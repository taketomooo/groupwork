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57" r:id="rId6"/>
    <p:sldId id="258" r:id="rId7"/>
    <p:sldId id="259" r:id="rId8"/>
    <p:sldId id="264" r:id="rId9"/>
    <p:sldId id="260" r:id="rId10"/>
    <p:sldId id="261" r:id="rId11"/>
    <p:sldId id="262" r:id="rId12"/>
    <p:sldId id="263" r:id="rId13"/>
    <p:sldId id="265" r:id="rId14"/>
    <p:sldId id="271" r:id="rId15"/>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7C9D8E-C9F8-520E-EF57-BE1A6A61F1AB}" v="59" dt="2026-01-28T06:37:20.485"/>
    <p1510:client id="{8B904CD1-6FD1-7C21-812E-D840003179F6}" v="120" dt="2026-01-28T06:20:06.557"/>
    <p1510:client id="{A5ECB162-0FEF-48AA-9ADE-75985E14847F}" v="1033" dt="2026-01-28T06:33:57.389"/>
    <p1510:client id="{ACA2D808-1FE5-0CF7-1911-DA6C0365E14A}" v="13" dt="2026-01-28T06:48:01.283"/>
    <p1510:client id="{BFC39DB6-B307-687C-AE09-795037898D3A}" v="81" dt="2026-01-28T06:49:04.12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山澤 来翔" userId="S::246037@sapporo-mirai.ac.jp::b40ff1a9-99f0-4b32-8d76-2d00e052e3a5" providerId="AD" clId="Web-{C421D45F-36EE-B7B5-B217-5CC8612D1F2C}"/>
    <pc:docChg chg="mod addSld modSld addMainMaster delMainMaster">
      <pc:chgData name="山澤 来翔" userId="S::246037@sapporo-mirai.ac.jp::b40ff1a9-99f0-4b32-8d76-2d00e052e3a5" providerId="AD" clId="Web-{C421D45F-36EE-B7B5-B217-5CC8612D1F2C}" dt="2026-01-21T05:18:59.678" v="34" actId="20577"/>
      <pc:docMkLst>
        <pc:docMk/>
      </pc:docMkLst>
      <pc:sldChg chg="modSp mod modClrScheme chgLayout">
        <pc:chgData name="山澤 来翔" userId="S::246037@sapporo-mirai.ac.jp::b40ff1a9-99f0-4b32-8d76-2d00e052e3a5" providerId="AD" clId="Web-{C421D45F-36EE-B7B5-B217-5CC8612D1F2C}" dt="2026-01-21T05:14:11.812" v="0"/>
        <pc:sldMkLst>
          <pc:docMk/>
          <pc:sldMk cId="3826911856" sldId="256"/>
        </pc:sldMkLst>
        <pc:spChg chg="mod ord">
          <ac:chgData name="山澤 来翔" userId="S::246037@sapporo-mirai.ac.jp::b40ff1a9-99f0-4b32-8d76-2d00e052e3a5" providerId="AD" clId="Web-{C421D45F-36EE-B7B5-B217-5CC8612D1F2C}" dt="2026-01-21T05:14:11.812" v="0"/>
          <ac:spMkLst>
            <pc:docMk/>
            <pc:sldMk cId="3826911856" sldId="256"/>
            <ac:spMk id="2" creationId="{CEC99F34-EB14-F343-B800-936DEC531C78}"/>
          </ac:spMkLst>
        </pc:spChg>
        <pc:spChg chg="mod ord">
          <ac:chgData name="山澤 来翔" userId="S::246037@sapporo-mirai.ac.jp::b40ff1a9-99f0-4b32-8d76-2d00e052e3a5" providerId="AD" clId="Web-{C421D45F-36EE-B7B5-B217-5CC8612D1F2C}" dt="2026-01-21T05:14:11.812" v="0"/>
          <ac:spMkLst>
            <pc:docMk/>
            <pc:sldMk cId="3826911856" sldId="256"/>
            <ac:spMk id="3" creationId="{2E71CAEF-60D3-9880-A487-D3A277771EB0}"/>
          </ac:spMkLst>
        </pc:spChg>
      </pc:sldChg>
      <pc:sldChg chg="modSp mod modClrScheme chgLayout">
        <pc:chgData name="山澤 来翔" userId="S::246037@sapporo-mirai.ac.jp::b40ff1a9-99f0-4b32-8d76-2d00e052e3a5" providerId="AD" clId="Web-{C421D45F-36EE-B7B5-B217-5CC8612D1F2C}" dt="2026-01-21T05:15:11.041" v="4" actId="20577"/>
        <pc:sldMkLst>
          <pc:docMk/>
          <pc:sldMk cId="3787896347" sldId="257"/>
        </pc:sldMkLst>
        <pc:spChg chg="mod ord">
          <ac:chgData name="山澤 来翔" userId="S::246037@sapporo-mirai.ac.jp::b40ff1a9-99f0-4b32-8d76-2d00e052e3a5" providerId="AD" clId="Web-{C421D45F-36EE-B7B5-B217-5CC8612D1F2C}" dt="2026-01-21T05:15:11.041" v="4" actId="20577"/>
          <ac:spMkLst>
            <pc:docMk/>
            <pc:sldMk cId="3787896347" sldId="257"/>
            <ac:spMk id="2" creationId="{4869DF81-C02E-779E-137C-BF2A8E3F83FD}"/>
          </ac:spMkLst>
        </pc:spChg>
        <pc:spChg chg="mod ord">
          <ac:chgData name="山澤 来翔" userId="S::246037@sapporo-mirai.ac.jp::b40ff1a9-99f0-4b32-8d76-2d00e052e3a5" providerId="AD" clId="Web-{C421D45F-36EE-B7B5-B217-5CC8612D1F2C}" dt="2026-01-21T05:14:11.812" v="0"/>
          <ac:spMkLst>
            <pc:docMk/>
            <pc:sldMk cId="3787896347" sldId="257"/>
            <ac:spMk id="3" creationId="{96F216EF-8E04-5677-BBB7-99B15B8DBAC3}"/>
          </ac:spMkLst>
        </pc:spChg>
      </pc:sldChg>
      <pc:sldChg chg="modSp mod modClrScheme chgLayout">
        <pc:chgData name="山澤 来翔" userId="S::246037@sapporo-mirai.ac.jp::b40ff1a9-99f0-4b32-8d76-2d00e052e3a5" providerId="AD" clId="Web-{C421D45F-36EE-B7B5-B217-5CC8612D1F2C}" dt="2026-01-21T05:15:22.778" v="6" actId="20577"/>
        <pc:sldMkLst>
          <pc:docMk/>
          <pc:sldMk cId="340749965" sldId="258"/>
        </pc:sldMkLst>
        <pc:spChg chg="mod ord">
          <ac:chgData name="山澤 来翔" userId="S::246037@sapporo-mirai.ac.jp::b40ff1a9-99f0-4b32-8d76-2d00e052e3a5" providerId="AD" clId="Web-{C421D45F-36EE-B7B5-B217-5CC8612D1F2C}" dt="2026-01-21T05:15:22.778" v="6" actId="20577"/>
          <ac:spMkLst>
            <pc:docMk/>
            <pc:sldMk cId="340749965" sldId="258"/>
            <ac:spMk id="2" creationId="{D9ADD8CF-E892-AC20-582E-1F536A800095}"/>
          </ac:spMkLst>
        </pc:spChg>
        <pc:spChg chg="mod ord">
          <ac:chgData name="山澤 来翔" userId="S::246037@sapporo-mirai.ac.jp::b40ff1a9-99f0-4b32-8d76-2d00e052e3a5" providerId="AD" clId="Web-{C421D45F-36EE-B7B5-B217-5CC8612D1F2C}" dt="2026-01-21T05:14:11.812" v="0"/>
          <ac:spMkLst>
            <pc:docMk/>
            <pc:sldMk cId="340749965" sldId="258"/>
            <ac:spMk id="3" creationId="{7ED093E9-794F-5DAA-1BF2-071B3229FF77}"/>
          </ac:spMkLst>
        </pc:spChg>
      </pc:sldChg>
      <pc:sldChg chg="modSp new">
        <pc:chgData name="山澤 来翔" userId="S::246037@sapporo-mirai.ac.jp::b40ff1a9-99f0-4b32-8d76-2d00e052e3a5" providerId="AD" clId="Web-{C421D45F-36EE-B7B5-B217-5CC8612D1F2C}" dt="2026-01-21T05:16:01.456" v="9" actId="20577"/>
        <pc:sldMkLst>
          <pc:docMk/>
          <pc:sldMk cId="754951729" sldId="259"/>
        </pc:sldMkLst>
        <pc:spChg chg="mod">
          <ac:chgData name="山澤 来翔" userId="S::246037@sapporo-mirai.ac.jp::b40ff1a9-99f0-4b32-8d76-2d00e052e3a5" providerId="AD" clId="Web-{C421D45F-36EE-B7B5-B217-5CC8612D1F2C}" dt="2026-01-21T05:16:01.456" v="9" actId="20577"/>
          <ac:spMkLst>
            <pc:docMk/>
            <pc:sldMk cId="754951729" sldId="259"/>
            <ac:spMk id="2" creationId="{7F60371C-D78A-EAA9-B943-EB667EE4921C}"/>
          </ac:spMkLst>
        </pc:spChg>
      </pc:sldChg>
      <pc:sldChg chg="modSp new">
        <pc:chgData name="山澤 来翔" userId="S::246037@sapporo-mirai.ac.jp::b40ff1a9-99f0-4b32-8d76-2d00e052e3a5" providerId="AD" clId="Web-{C421D45F-36EE-B7B5-B217-5CC8612D1F2C}" dt="2026-01-21T05:17:15.152" v="16" actId="20577"/>
        <pc:sldMkLst>
          <pc:docMk/>
          <pc:sldMk cId="2629610746" sldId="260"/>
        </pc:sldMkLst>
        <pc:spChg chg="mod">
          <ac:chgData name="山澤 来翔" userId="S::246037@sapporo-mirai.ac.jp::b40ff1a9-99f0-4b32-8d76-2d00e052e3a5" providerId="AD" clId="Web-{C421D45F-36EE-B7B5-B217-5CC8612D1F2C}" dt="2026-01-21T05:17:15.152" v="16" actId="20577"/>
          <ac:spMkLst>
            <pc:docMk/>
            <pc:sldMk cId="2629610746" sldId="260"/>
            <ac:spMk id="2" creationId="{942BDF19-99D1-408B-8649-5F26023AAE7E}"/>
          </ac:spMkLst>
        </pc:spChg>
      </pc:sldChg>
      <pc:sldChg chg="new">
        <pc:chgData name="山澤 来翔" userId="S::246037@sapporo-mirai.ac.jp::b40ff1a9-99f0-4b32-8d76-2d00e052e3a5" providerId="AD" clId="Web-{C421D45F-36EE-B7B5-B217-5CC8612D1F2C}" dt="2026-01-21T05:16:20.114" v="11"/>
        <pc:sldMkLst>
          <pc:docMk/>
          <pc:sldMk cId="3112678017" sldId="261"/>
        </pc:sldMkLst>
      </pc:sldChg>
      <pc:sldChg chg="new">
        <pc:chgData name="山澤 来翔" userId="S::246037@sapporo-mirai.ac.jp::b40ff1a9-99f0-4b32-8d76-2d00e052e3a5" providerId="AD" clId="Web-{C421D45F-36EE-B7B5-B217-5CC8612D1F2C}" dt="2026-01-21T05:16:20.896" v="12"/>
        <pc:sldMkLst>
          <pc:docMk/>
          <pc:sldMk cId="2751185566" sldId="262"/>
        </pc:sldMkLst>
      </pc:sldChg>
      <pc:sldChg chg="new">
        <pc:chgData name="山澤 来翔" userId="S::246037@sapporo-mirai.ac.jp::b40ff1a9-99f0-4b32-8d76-2d00e052e3a5" providerId="AD" clId="Web-{C421D45F-36EE-B7B5-B217-5CC8612D1F2C}" dt="2026-01-21T05:16:21.802" v="13"/>
        <pc:sldMkLst>
          <pc:docMk/>
          <pc:sldMk cId="1252919701" sldId="263"/>
        </pc:sldMkLst>
      </pc:sldChg>
      <pc:sldChg chg="modSp new">
        <pc:chgData name="山澤 来翔" userId="S::246037@sapporo-mirai.ac.jp::b40ff1a9-99f0-4b32-8d76-2d00e052e3a5" providerId="AD" clId="Web-{C421D45F-36EE-B7B5-B217-5CC8612D1F2C}" dt="2026-01-21T05:16:57.869" v="15" actId="20577"/>
        <pc:sldMkLst>
          <pc:docMk/>
          <pc:sldMk cId="2755873253" sldId="264"/>
        </pc:sldMkLst>
        <pc:spChg chg="mod">
          <ac:chgData name="山澤 来翔" userId="S::246037@sapporo-mirai.ac.jp::b40ff1a9-99f0-4b32-8d76-2d00e052e3a5" providerId="AD" clId="Web-{C421D45F-36EE-B7B5-B217-5CC8612D1F2C}" dt="2026-01-21T05:16:57.869" v="15" actId="20577"/>
          <ac:spMkLst>
            <pc:docMk/>
            <pc:sldMk cId="2755873253" sldId="264"/>
            <ac:spMk id="2" creationId="{E8A93372-4F8F-4980-CAD2-61DAA13B60C9}"/>
          </ac:spMkLst>
        </pc:spChg>
      </pc:sldChg>
      <pc:sldChg chg="modSp new">
        <pc:chgData name="山澤 来翔" userId="S::246037@sapporo-mirai.ac.jp::b40ff1a9-99f0-4b32-8d76-2d00e052e3a5" providerId="AD" clId="Web-{C421D45F-36EE-B7B5-B217-5CC8612D1F2C}" dt="2026-01-21T05:17:45.593" v="18" actId="20577"/>
        <pc:sldMkLst>
          <pc:docMk/>
          <pc:sldMk cId="203948335" sldId="265"/>
        </pc:sldMkLst>
        <pc:spChg chg="mod">
          <ac:chgData name="山澤 来翔" userId="S::246037@sapporo-mirai.ac.jp::b40ff1a9-99f0-4b32-8d76-2d00e052e3a5" providerId="AD" clId="Web-{C421D45F-36EE-B7B5-B217-5CC8612D1F2C}" dt="2026-01-21T05:17:45.593" v="18" actId="20577"/>
          <ac:spMkLst>
            <pc:docMk/>
            <pc:sldMk cId="203948335" sldId="265"/>
            <ac:spMk id="2" creationId="{5D847123-015D-252A-10C3-1432F7BEE90E}"/>
          </ac:spMkLst>
        </pc:spChg>
      </pc:sldChg>
      <pc:sldChg chg="modSp new">
        <pc:chgData name="山澤 来翔" userId="S::246037@sapporo-mirai.ac.jp::b40ff1a9-99f0-4b32-8d76-2d00e052e3a5" providerId="AD" clId="Web-{C421D45F-36EE-B7B5-B217-5CC8612D1F2C}" dt="2026-01-21T05:18:06.814" v="23" actId="20577"/>
        <pc:sldMkLst>
          <pc:docMk/>
          <pc:sldMk cId="1676667123" sldId="266"/>
        </pc:sldMkLst>
        <pc:spChg chg="mod">
          <ac:chgData name="山澤 来翔" userId="S::246037@sapporo-mirai.ac.jp::b40ff1a9-99f0-4b32-8d76-2d00e052e3a5" providerId="AD" clId="Web-{C421D45F-36EE-B7B5-B217-5CC8612D1F2C}" dt="2026-01-21T05:18:06.814" v="23" actId="20577"/>
          <ac:spMkLst>
            <pc:docMk/>
            <pc:sldMk cId="1676667123" sldId="266"/>
            <ac:spMk id="2" creationId="{79EACF2C-EB88-25AD-33AE-244B77EED44C}"/>
          </ac:spMkLst>
        </pc:spChg>
      </pc:sldChg>
      <pc:sldChg chg="modSp new">
        <pc:chgData name="山澤 来翔" userId="S::246037@sapporo-mirai.ac.jp::b40ff1a9-99f0-4b32-8d76-2d00e052e3a5" providerId="AD" clId="Web-{C421D45F-36EE-B7B5-B217-5CC8612D1F2C}" dt="2026-01-21T05:18:24.332" v="25" actId="20577"/>
        <pc:sldMkLst>
          <pc:docMk/>
          <pc:sldMk cId="3933201064" sldId="267"/>
        </pc:sldMkLst>
        <pc:spChg chg="mod">
          <ac:chgData name="山澤 来翔" userId="S::246037@sapporo-mirai.ac.jp::b40ff1a9-99f0-4b32-8d76-2d00e052e3a5" providerId="AD" clId="Web-{C421D45F-36EE-B7B5-B217-5CC8612D1F2C}" dt="2026-01-21T05:18:24.332" v="25" actId="20577"/>
          <ac:spMkLst>
            <pc:docMk/>
            <pc:sldMk cId="3933201064" sldId="267"/>
            <ac:spMk id="2" creationId="{657F1D5F-AD23-ECB0-5D49-8E2431D570D6}"/>
          </ac:spMkLst>
        </pc:spChg>
      </pc:sldChg>
      <pc:sldChg chg="modSp new">
        <pc:chgData name="山澤 来翔" userId="S::246037@sapporo-mirai.ac.jp::b40ff1a9-99f0-4b32-8d76-2d00e052e3a5" providerId="AD" clId="Web-{C421D45F-36EE-B7B5-B217-5CC8612D1F2C}" dt="2026-01-21T05:18:40.177" v="30" actId="20577"/>
        <pc:sldMkLst>
          <pc:docMk/>
          <pc:sldMk cId="1891447059" sldId="268"/>
        </pc:sldMkLst>
        <pc:spChg chg="mod">
          <ac:chgData name="山澤 来翔" userId="S::246037@sapporo-mirai.ac.jp::b40ff1a9-99f0-4b32-8d76-2d00e052e3a5" providerId="AD" clId="Web-{C421D45F-36EE-B7B5-B217-5CC8612D1F2C}" dt="2026-01-21T05:18:40.177" v="30" actId="20577"/>
          <ac:spMkLst>
            <pc:docMk/>
            <pc:sldMk cId="1891447059" sldId="268"/>
            <ac:spMk id="2" creationId="{BE9F36AE-B9C7-C08C-5BB3-0AE08714D4D9}"/>
          </ac:spMkLst>
        </pc:spChg>
      </pc:sldChg>
      <pc:sldChg chg="modSp new">
        <pc:chgData name="山澤 来翔" userId="S::246037@sapporo-mirai.ac.jp::b40ff1a9-99f0-4b32-8d76-2d00e052e3a5" providerId="AD" clId="Web-{C421D45F-36EE-B7B5-B217-5CC8612D1F2C}" dt="2026-01-21T05:18:50.428" v="32" actId="20577"/>
        <pc:sldMkLst>
          <pc:docMk/>
          <pc:sldMk cId="718966176" sldId="269"/>
        </pc:sldMkLst>
        <pc:spChg chg="mod">
          <ac:chgData name="山澤 来翔" userId="S::246037@sapporo-mirai.ac.jp::b40ff1a9-99f0-4b32-8d76-2d00e052e3a5" providerId="AD" clId="Web-{C421D45F-36EE-B7B5-B217-5CC8612D1F2C}" dt="2026-01-21T05:18:50.428" v="32" actId="20577"/>
          <ac:spMkLst>
            <pc:docMk/>
            <pc:sldMk cId="718966176" sldId="269"/>
            <ac:spMk id="2" creationId="{2E9CDC16-EEA2-D96E-5C57-F2976D9787EF}"/>
          </ac:spMkLst>
        </pc:spChg>
      </pc:sldChg>
      <pc:sldChg chg="modSp new">
        <pc:chgData name="山澤 来翔" userId="S::246037@sapporo-mirai.ac.jp::b40ff1a9-99f0-4b32-8d76-2d00e052e3a5" providerId="AD" clId="Web-{C421D45F-36EE-B7B5-B217-5CC8612D1F2C}" dt="2026-01-21T05:18:59.678" v="34" actId="20577"/>
        <pc:sldMkLst>
          <pc:docMk/>
          <pc:sldMk cId="3049233957" sldId="270"/>
        </pc:sldMkLst>
        <pc:spChg chg="mod">
          <ac:chgData name="山澤 来翔" userId="S::246037@sapporo-mirai.ac.jp::b40ff1a9-99f0-4b32-8d76-2d00e052e3a5" providerId="AD" clId="Web-{C421D45F-36EE-B7B5-B217-5CC8612D1F2C}" dt="2026-01-21T05:18:59.678" v="34" actId="20577"/>
          <ac:spMkLst>
            <pc:docMk/>
            <pc:sldMk cId="3049233957" sldId="270"/>
            <ac:spMk id="2" creationId="{763A8378-895A-0907-9DAD-C8685F09FE8F}"/>
          </ac:spMkLst>
        </pc:spChg>
      </pc:sldChg>
      <pc:sldMasterChg chg="del delSldLayout">
        <pc:chgData name="山澤 来翔" userId="S::246037@sapporo-mirai.ac.jp::b40ff1a9-99f0-4b32-8d76-2d00e052e3a5" providerId="AD" clId="Web-{C421D45F-36EE-B7B5-B217-5CC8612D1F2C}" dt="2026-01-21T05:14:11.812" v="0"/>
        <pc:sldMasterMkLst>
          <pc:docMk/>
          <pc:sldMasterMk cId="796561936" sldId="2147483648"/>
        </pc:sldMasterMkLst>
        <pc:sldLayoutChg chg="del">
          <pc:chgData name="山澤 来翔" userId="S::246037@sapporo-mirai.ac.jp::b40ff1a9-99f0-4b32-8d76-2d00e052e3a5" providerId="AD" clId="Web-{C421D45F-36EE-B7B5-B217-5CC8612D1F2C}" dt="2026-01-21T05:14:11.812" v="0"/>
          <pc:sldLayoutMkLst>
            <pc:docMk/>
            <pc:sldMasterMk cId="796561936" sldId="2147483648"/>
            <pc:sldLayoutMk cId="2754506594" sldId="2147483649"/>
          </pc:sldLayoutMkLst>
        </pc:sldLayoutChg>
        <pc:sldLayoutChg chg="del">
          <pc:chgData name="山澤 来翔" userId="S::246037@sapporo-mirai.ac.jp::b40ff1a9-99f0-4b32-8d76-2d00e052e3a5" providerId="AD" clId="Web-{C421D45F-36EE-B7B5-B217-5CC8612D1F2C}" dt="2026-01-21T05:14:11.812" v="0"/>
          <pc:sldLayoutMkLst>
            <pc:docMk/>
            <pc:sldMasterMk cId="796561936" sldId="2147483648"/>
            <pc:sldLayoutMk cId="2362208690" sldId="2147483650"/>
          </pc:sldLayoutMkLst>
        </pc:sldLayoutChg>
        <pc:sldLayoutChg chg="del">
          <pc:chgData name="山澤 来翔" userId="S::246037@sapporo-mirai.ac.jp::b40ff1a9-99f0-4b32-8d76-2d00e052e3a5" providerId="AD" clId="Web-{C421D45F-36EE-B7B5-B217-5CC8612D1F2C}" dt="2026-01-21T05:14:11.812" v="0"/>
          <pc:sldLayoutMkLst>
            <pc:docMk/>
            <pc:sldMasterMk cId="796561936" sldId="2147483648"/>
            <pc:sldLayoutMk cId="2882735878" sldId="2147483651"/>
          </pc:sldLayoutMkLst>
        </pc:sldLayoutChg>
        <pc:sldLayoutChg chg="del">
          <pc:chgData name="山澤 来翔" userId="S::246037@sapporo-mirai.ac.jp::b40ff1a9-99f0-4b32-8d76-2d00e052e3a5" providerId="AD" clId="Web-{C421D45F-36EE-B7B5-B217-5CC8612D1F2C}" dt="2026-01-21T05:14:11.812" v="0"/>
          <pc:sldLayoutMkLst>
            <pc:docMk/>
            <pc:sldMasterMk cId="796561936" sldId="2147483648"/>
            <pc:sldLayoutMk cId="2839759353" sldId="2147483652"/>
          </pc:sldLayoutMkLst>
        </pc:sldLayoutChg>
        <pc:sldLayoutChg chg="del">
          <pc:chgData name="山澤 来翔" userId="S::246037@sapporo-mirai.ac.jp::b40ff1a9-99f0-4b32-8d76-2d00e052e3a5" providerId="AD" clId="Web-{C421D45F-36EE-B7B5-B217-5CC8612D1F2C}" dt="2026-01-21T05:14:11.812" v="0"/>
          <pc:sldLayoutMkLst>
            <pc:docMk/>
            <pc:sldMasterMk cId="796561936" sldId="2147483648"/>
            <pc:sldLayoutMk cId="918837391" sldId="2147483653"/>
          </pc:sldLayoutMkLst>
        </pc:sldLayoutChg>
        <pc:sldLayoutChg chg="del">
          <pc:chgData name="山澤 来翔" userId="S::246037@sapporo-mirai.ac.jp::b40ff1a9-99f0-4b32-8d76-2d00e052e3a5" providerId="AD" clId="Web-{C421D45F-36EE-B7B5-B217-5CC8612D1F2C}" dt="2026-01-21T05:14:11.812" v="0"/>
          <pc:sldLayoutMkLst>
            <pc:docMk/>
            <pc:sldMasterMk cId="796561936" sldId="2147483648"/>
            <pc:sldLayoutMk cId="3055091495" sldId="2147483654"/>
          </pc:sldLayoutMkLst>
        </pc:sldLayoutChg>
        <pc:sldLayoutChg chg="del">
          <pc:chgData name="山澤 来翔" userId="S::246037@sapporo-mirai.ac.jp::b40ff1a9-99f0-4b32-8d76-2d00e052e3a5" providerId="AD" clId="Web-{C421D45F-36EE-B7B5-B217-5CC8612D1F2C}" dt="2026-01-21T05:14:11.812" v="0"/>
          <pc:sldLayoutMkLst>
            <pc:docMk/>
            <pc:sldMasterMk cId="796561936" sldId="2147483648"/>
            <pc:sldLayoutMk cId="4052865012" sldId="2147483655"/>
          </pc:sldLayoutMkLst>
        </pc:sldLayoutChg>
        <pc:sldLayoutChg chg="del">
          <pc:chgData name="山澤 来翔" userId="S::246037@sapporo-mirai.ac.jp::b40ff1a9-99f0-4b32-8d76-2d00e052e3a5" providerId="AD" clId="Web-{C421D45F-36EE-B7B5-B217-5CC8612D1F2C}" dt="2026-01-21T05:14:11.812" v="0"/>
          <pc:sldLayoutMkLst>
            <pc:docMk/>
            <pc:sldMasterMk cId="796561936" sldId="2147483648"/>
            <pc:sldLayoutMk cId="3594574066" sldId="2147483656"/>
          </pc:sldLayoutMkLst>
        </pc:sldLayoutChg>
        <pc:sldLayoutChg chg="del">
          <pc:chgData name="山澤 来翔" userId="S::246037@sapporo-mirai.ac.jp::b40ff1a9-99f0-4b32-8d76-2d00e052e3a5" providerId="AD" clId="Web-{C421D45F-36EE-B7B5-B217-5CC8612D1F2C}" dt="2026-01-21T05:14:11.812" v="0"/>
          <pc:sldLayoutMkLst>
            <pc:docMk/>
            <pc:sldMasterMk cId="796561936" sldId="2147483648"/>
            <pc:sldLayoutMk cId="4114260549" sldId="2147483657"/>
          </pc:sldLayoutMkLst>
        </pc:sldLayoutChg>
        <pc:sldLayoutChg chg="del">
          <pc:chgData name="山澤 来翔" userId="S::246037@sapporo-mirai.ac.jp::b40ff1a9-99f0-4b32-8d76-2d00e052e3a5" providerId="AD" clId="Web-{C421D45F-36EE-B7B5-B217-5CC8612D1F2C}" dt="2026-01-21T05:14:11.812" v="0"/>
          <pc:sldLayoutMkLst>
            <pc:docMk/>
            <pc:sldMasterMk cId="796561936" sldId="2147483648"/>
            <pc:sldLayoutMk cId="1784101365" sldId="2147483658"/>
          </pc:sldLayoutMkLst>
        </pc:sldLayoutChg>
        <pc:sldLayoutChg chg="del">
          <pc:chgData name="山澤 来翔" userId="S::246037@sapporo-mirai.ac.jp::b40ff1a9-99f0-4b32-8d76-2d00e052e3a5" providerId="AD" clId="Web-{C421D45F-36EE-B7B5-B217-5CC8612D1F2C}" dt="2026-01-21T05:14:11.812" v="0"/>
          <pc:sldLayoutMkLst>
            <pc:docMk/>
            <pc:sldMasterMk cId="796561936" sldId="2147483648"/>
            <pc:sldLayoutMk cId="3671586471" sldId="2147483659"/>
          </pc:sldLayoutMkLst>
        </pc:sldLayoutChg>
      </pc:sldMasterChg>
      <pc:sldMasterChg chg="add addSldLayout modSldLayout">
        <pc:chgData name="山澤 来翔" userId="S::246037@sapporo-mirai.ac.jp::b40ff1a9-99f0-4b32-8d76-2d00e052e3a5" providerId="AD" clId="Web-{C421D45F-36EE-B7B5-B217-5CC8612D1F2C}" dt="2026-01-21T05:14:11.812" v="0"/>
        <pc:sldMasterMkLst>
          <pc:docMk/>
          <pc:sldMasterMk cId="1821922614" sldId="2147483660"/>
        </pc:sldMasterMkLst>
        <pc:sldLayoutChg chg="add mod replId">
          <pc:chgData name="山澤 来翔" userId="S::246037@sapporo-mirai.ac.jp::b40ff1a9-99f0-4b32-8d76-2d00e052e3a5" providerId="AD" clId="Web-{C421D45F-36EE-B7B5-B217-5CC8612D1F2C}" dt="2026-01-21T05:14:11.812" v="0"/>
          <pc:sldLayoutMkLst>
            <pc:docMk/>
            <pc:sldMasterMk cId="1821922614" sldId="2147483660"/>
            <pc:sldLayoutMk cId="4252929908" sldId="2147483662"/>
          </pc:sldLayoutMkLst>
        </pc:sldLayoutChg>
        <pc:sldLayoutChg chg="add mod replId">
          <pc:chgData name="山澤 来翔" userId="S::246037@sapporo-mirai.ac.jp::b40ff1a9-99f0-4b32-8d76-2d00e052e3a5" providerId="AD" clId="Web-{C421D45F-36EE-B7B5-B217-5CC8612D1F2C}" dt="2026-01-21T05:14:11.812" v="0"/>
          <pc:sldLayoutMkLst>
            <pc:docMk/>
            <pc:sldMasterMk cId="1821922614" sldId="2147483660"/>
            <pc:sldLayoutMk cId="3585758599" sldId="2147483663"/>
          </pc:sldLayoutMkLst>
        </pc:sldLayoutChg>
        <pc:sldLayoutChg chg="add mod replId">
          <pc:chgData name="山澤 来翔" userId="S::246037@sapporo-mirai.ac.jp::b40ff1a9-99f0-4b32-8d76-2d00e052e3a5" providerId="AD" clId="Web-{C421D45F-36EE-B7B5-B217-5CC8612D1F2C}" dt="2026-01-21T05:14:11.812" v="0"/>
          <pc:sldLayoutMkLst>
            <pc:docMk/>
            <pc:sldMasterMk cId="1821922614" sldId="2147483660"/>
            <pc:sldLayoutMk cId="788458784" sldId="2147483664"/>
          </pc:sldLayoutMkLst>
        </pc:sldLayoutChg>
        <pc:sldLayoutChg chg="add mod replId">
          <pc:chgData name="山澤 来翔" userId="S::246037@sapporo-mirai.ac.jp::b40ff1a9-99f0-4b32-8d76-2d00e052e3a5" providerId="AD" clId="Web-{C421D45F-36EE-B7B5-B217-5CC8612D1F2C}" dt="2026-01-21T05:14:11.812" v="0"/>
          <pc:sldLayoutMkLst>
            <pc:docMk/>
            <pc:sldMasterMk cId="1821922614" sldId="2147483660"/>
            <pc:sldLayoutMk cId="2205563113" sldId="2147483665"/>
          </pc:sldLayoutMkLst>
        </pc:sldLayoutChg>
        <pc:sldLayoutChg chg="add mod replId">
          <pc:chgData name="山澤 来翔" userId="S::246037@sapporo-mirai.ac.jp::b40ff1a9-99f0-4b32-8d76-2d00e052e3a5" providerId="AD" clId="Web-{C421D45F-36EE-B7B5-B217-5CC8612D1F2C}" dt="2026-01-21T05:14:11.812" v="0"/>
          <pc:sldLayoutMkLst>
            <pc:docMk/>
            <pc:sldMasterMk cId="1821922614" sldId="2147483660"/>
            <pc:sldLayoutMk cId="3585890912" sldId="2147483666"/>
          </pc:sldLayoutMkLst>
        </pc:sldLayoutChg>
        <pc:sldLayoutChg chg="add mod replId">
          <pc:chgData name="山澤 来翔" userId="S::246037@sapporo-mirai.ac.jp::b40ff1a9-99f0-4b32-8d76-2d00e052e3a5" providerId="AD" clId="Web-{C421D45F-36EE-B7B5-B217-5CC8612D1F2C}" dt="2026-01-21T05:14:11.812" v="0"/>
          <pc:sldLayoutMkLst>
            <pc:docMk/>
            <pc:sldMasterMk cId="1821922614" sldId="2147483660"/>
            <pc:sldLayoutMk cId="4233603832" sldId="2147483667"/>
          </pc:sldLayoutMkLst>
        </pc:sldLayoutChg>
        <pc:sldLayoutChg chg="add mod replId">
          <pc:chgData name="山澤 来翔" userId="S::246037@sapporo-mirai.ac.jp::b40ff1a9-99f0-4b32-8d76-2d00e052e3a5" providerId="AD" clId="Web-{C421D45F-36EE-B7B5-B217-5CC8612D1F2C}" dt="2026-01-21T05:14:11.812" v="0"/>
          <pc:sldLayoutMkLst>
            <pc:docMk/>
            <pc:sldMasterMk cId="1821922614" sldId="2147483660"/>
            <pc:sldLayoutMk cId="4229122868" sldId="2147483668"/>
          </pc:sldLayoutMkLst>
        </pc:sldLayoutChg>
        <pc:sldLayoutChg chg="add mod replId">
          <pc:chgData name="山澤 来翔" userId="S::246037@sapporo-mirai.ac.jp::b40ff1a9-99f0-4b32-8d76-2d00e052e3a5" providerId="AD" clId="Web-{C421D45F-36EE-B7B5-B217-5CC8612D1F2C}" dt="2026-01-21T05:14:11.812" v="0"/>
          <pc:sldLayoutMkLst>
            <pc:docMk/>
            <pc:sldMasterMk cId="1821922614" sldId="2147483660"/>
            <pc:sldLayoutMk cId="93444901" sldId="2147483669"/>
          </pc:sldLayoutMkLst>
        </pc:sldLayoutChg>
        <pc:sldLayoutChg chg="add mod replId">
          <pc:chgData name="山澤 来翔" userId="S::246037@sapporo-mirai.ac.jp::b40ff1a9-99f0-4b32-8d76-2d00e052e3a5" providerId="AD" clId="Web-{C421D45F-36EE-B7B5-B217-5CC8612D1F2C}" dt="2026-01-21T05:14:11.812" v="0"/>
          <pc:sldLayoutMkLst>
            <pc:docMk/>
            <pc:sldMasterMk cId="1821922614" sldId="2147483660"/>
            <pc:sldLayoutMk cId="1252882845" sldId="2147483670"/>
          </pc:sldLayoutMkLst>
        </pc:sldLayoutChg>
        <pc:sldLayoutChg chg="add mod replId">
          <pc:chgData name="山澤 来翔" userId="S::246037@sapporo-mirai.ac.jp::b40ff1a9-99f0-4b32-8d76-2d00e052e3a5" providerId="AD" clId="Web-{C421D45F-36EE-B7B5-B217-5CC8612D1F2C}" dt="2026-01-21T05:14:11.812" v="0"/>
          <pc:sldLayoutMkLst>
            <pc:docMk/>
            <pc:sldMasterMk cId="1821922614" sldId="2147483660"/>
            <pc:sldLayoutMk cId="2384633818" sldId="2147483671"/>
          </pc:sldLayoutMkLst>
        </pc:sldLayoutChg>
        <pc:sldLayoutChg chg="add mod replId">
          <pc:chgData name="山澤 来翔" userId="S::246037@sapporo-mirai.ac.jp::b40ff1a9-99f0-4b32-8d76-2d00e052e3a5" providerId="AD" clId="Web-{C421D45F-36EE-B7B5-B217-5CC8612D1F2C}" dt="2026-01-21T05:14:11.812" v="0"/>
          <pc:sldLayoutMkLst>
            <pc:docMk/>
            <pc:sldMasterMk cId="1821922614" sldId="2147483660"/>
            <pc:sldLayoutMk cId="1519955794" sldId="2147483672"/>
          </pc:sldLayoutMkLst>
        </pc:sldLayoutChg>
      </pc:sldMasterChg>
    </pc:docChg>
  </pc:docChgLst>
  <pc:docChgLst>
    <pc:chgData name="山澤 来翔" userId="S::246037@sapporo-mirai.ac.jp::b40ff1a9-99f0-4b32-8d76-2d00e052e3a5" providerId="AD" clId="Web-{8B904CD1-6FD1-7C21-812E-D840003179F6}"/>
    <pc:docChg chg="addSld delSld modSld">
      <pc:chgData name="山澤 来翔" userId="S::246037@sapporo-mirai.ac.jp::b40ff1a9-99f0-4b32-8d76-2d00e052e3a5" providerId="AD" clId="Web-{8B904CD1-6FD1-7C21-812E-D840003179F6}" dt="2026-01-28T06:20:06.557" v="119" actId="20577"/>
      <pc:docMkLst>
        <pc:docMk/>
      </pc:docMkLst>
      <pc:sldChg chg="modSp">
        <pc:chgData name="山澤 来翔" userId="S::246037@sapporo-mirai.ac.jp::b40ff1a9-99f0-4b32-8d76-2d00e052e3a5" providerId="AD" clId="Web-{8B904CD1-6FD1-7C21-812E-D840003179F6}" dt="2026-01-28T05:39:35.605" v="73" actId="20577"/>
        <pc:sldMkLst>
          <pc:docMk/>
          <pc:sldMk cId="3826911856" sldId="256"/>
        </pc:sldMkLst>
        <pc:spChg chg="mod">
          <ac:chgData name="山澤 来翔" userId="S::246037@sapporo-mirai.ac.jp::b40ff1a9-99f0-4b32-8d76-2d00e052e3a5" providerId="AD" clId="Web-{8B904CD1-6FD1-7C21-812E-D840003179F6}" dt="2026-01-28T05:39:35.605" v="73" actId="20577"/>
          <ac:spMkLst>
            <pc:docMk/>
            <pc:sldMk cId="3826911856" sldId="256"/>
            <ac:spMk id="3" creationId="{2E71CAEF-60D3-9880-A487-D3A277771EB0}"/>
          </ac:spMkLst>
        </pc:spChg>
      </pc:sldChg>
      <pc:sldChg chg="modSp modTransition">
        <pc:chgData name="山澤 来翔" userId="S::246037@sapporo-mirai.ac.jp::b40ff1a9-99f0-4b32-8d76-2d00e052e3a5" providerId="AD" clId="Web-{8B904CD1-6FD1-7C21-812E-D840003179F6}" dt="2026-01-28T05:38:31.542" v="69" actId="20577"/>
        <pc:sldMkLst>
          <pc:docMk/>
          <pc:sldMk cId="3787896347" sldId="257"/>
        </pc:sldMkLst>
        <pc:spChg chg="mod">
          <ac:chgData name="山澤 来翔" userId="S::246037@sapporo-mirai.ac.jp::b40ff1a9-99f0-4b32-8d76-2d00e052e3a5" providerId="AD" clId="Web-{8B904CD1-6FD1-7C21-812E-D840003179F6}" dt="2026-01-28T05:38:31.542" v="69" actId="20577"/>
          <ac:spMkLst>
            <pc:docMk/>
            <pc:sldMk cId="3787896347" sldId="257"/>
            <ac:spMk id="2" creationId="{4869DF81-C02E-779E-137C-BF2A8E3F83FD}"/>
          </ac:spMkLst>
        </pc:spChg>
      </pc:sldChg>
      <pc:sldChg chg="modSp">
        <pc:chgData name="山澤 来翔" userId="S::246037@sapporo-mirai.ac.jp::b40ff1a9-99f0-4b32-8d76-2d00e052e3a5" providerId="AD" clId="Web-{8B904CD1-6FD1-7C21-812E-D840003179F6}" dt="2026-01-28T06:06:42.746" v="93" actId="20577"/>
        <pc:sldMkLst>
          <pc:docMk/>
          <pc:sldMk cId="340749965" sldId="258"/>
        </pc:sldMkLst>
        <pc:spChg chg="mod">
          <ac:chgData name="山澤 来翔" userId="S::246037@sapporo-mirai.ac.jp::b40ff1a9-99f0-4b32-8d76-2d00e052e3a5" providerId="AD" clId="Web-{8B904CD1-6FD1-7C21-812E-D840003179F6}" dt="2026-01-28T05:38:47.683" v="70" actId="20577"/>
          <ac:spMkLst>
            <pc:docMk/>
            <pc:sldMk cId="340749965" sldId="258"/>
            <ac:spMk id="2" creationId="{D9ADD8CF-E892-AC20-582E-1F536A800095}"/>
          </ac:spMkLst>
        </pc:spChg>
        <pc:spChg chg="mod">
          <ac:chgData name="山澤 来翔" userId="S::246037@sapporo-mirai.ac.jp::b40ff1a9-99f0-4b32-8d76-2d00e052e3a5" providerId="AD" clId="Web-{8B904CD1-6FD1-7C21-812E-D840003179F6}" dt="2026-01-28T06:06:42.746" v="93" actId="20577"/>
          <ac:spMkLst>
            <pc:docMk/>
            <pc:sldMk cId="340749965" sldId="258"/>
            <ac:spMk id="3" creationId="{7ED093E9-794F-5DAA-1BF2-071B3229FF77}"/>
          </ac:spMkLst>
        </pc:spChg>
      </pc:sldChg>
      <pc:sldChg chg="modSp">
        <pc:chgData name="山澤 来翔" userId="S::246037@sapporo-mirai.ac.jp::b40ff1a9-99f0-4b32-8d76-2d00e052e3a5" providerId="AD" clId="Web-{8B904CD1-6FD1-7C21-812E-D840003179F6}" dt="2026-01-28T05:38:57.918" v="71" actId="20577"/>
        <pc:sldMkLst>
          <pc:docMk/>
          <pc:sldMk cId="754951729" sldId="259"/>
        </pc:sldMkLst>
        <pc:spChg chg="mod">
          <ac:chgData name="山澤 来翔" userId="S::246037@sapporo-mirai.ac.jp::b40ff1a9-99f0-4b32-8d76-2d00e052e3a5" providerId="AD" clId="Web-{8B904CD1-6FD1-7C21-812E-D840003179F6}" dt="2026-01-28T05:38:57.918" v="71" actId="20577"/>
          <ac:spMkLst>
            <pc:docMk/>
            <pc:sldMk cId="754951729" sldId="259"/>
            <ac:spMk id="2" creationId="{7F60371C-D78A-EAA9-B943-EB667EE4921C}"/>
          </ac:spMkLst>
        </pc:spChg>
      </pc:sldChg>
      <pc:sldChg chg="modSp">
        <pc:chgData name="山澤 来翔" userId="S::246037@sapporo-mirai.ac.jp::b40ff1a9-99f0-4b32-8d76-2d00e052e3a5" providerId="AD" clId="Web-{8B904CD1-6FD1-7C21-812E-D840003179F6}" dt="2026-01-28T06:19:41.228" v="114" actId="20577"/>
        <pc:sldMkLst>
          <pc:docMk/>
          <pc:sldMk cId="3112678017" sldId="261"/>
        </pc:sldMkLst>
        <pc:spChg chg="mod">
          <ac:chgData name="山澤 来翔" userId="S::246037@sapporo-mirai.ac.jp::b40ff1a9-99f0-4b32-8d76-2d00e052e3a5" providerId="AD" clId="Web-{8B904CD1-6FD1-7C21-812E-D840003179F6}" dt="2026-01-28T05:41:14.498" v="82" actId="20577"/>
          <ac:spMkLst>
            <pc:docMk/>
            <pc:sldMk cId="3112678017" sldId="261"/>
            <ac:spMk id="2" creationId="{F400F305-FB39-064F-FED2-65979DA72E5C}"/>
          </ac:spMkLst>
        </pc:spChg>
        <pc:spChg chg="mod">
          <ac:chgData name="山澤 来翔" userId="S::246037@sapporo-mirai.ac.jp::b40ff1a9-99f0-4b32-8d76-2d00e052e3a5" providerId="AD" clId="Web-{8B904CD1-6FD1-7C21-812E-D840003179F6}" dt="2026-01-28T06:19:41.228" v="114" actId="20577"/>
          <ac:spMkLst>
            <pc:docMk/>
            <pc:sldMk cId="3112678017" sldId="261"/>
            <ac:spMk id="3" creationId="{11839682-8F9C-3541-0F65-DC4F47F237F8}"/>
          </ac:spMkLst>
        </pc:spChg>
      </pc:sldChg>
      <pc:sldChg chg="modSp">
        <pc:chgData name="山澤 来翔" userId="S::246037@sapporo-mirai.ac.jp::b40ff1a9-99f0-4b32-8d76-2d00e052e3a5" providerId="AD" clId="Web-{8B904CD1-6FD1-7C21-812E-D840003179F6}" dt="2026-01-28T06:20:06.557" v="119" actId="20577"/>
        <pc:sldMkLst>
          <pc:docMk/>
          <pc:sldMk cId="2751185566" sldId="262"/>
        </pc:sldMkLst>
        <pc:spChg chg="mod">
          <ac:chgData name="山澤 来翔" userId="S::246037@sapporo-mirai.ac.jp::b40ff1a9-99f0-4b32-8d76-2d00e052e3a5" providerId="AD" clId="Web-{8B904CD1-6FD1-7C21-812E-D840003179F6}" dt="2026-01-28T05:41:03.966" v="79" actId="20577"/>
          <ac:spMkLst>
            <pc:docMk/>
            <pc:sldMk cId="2751185566" sldId="262"/>
            <ac:spMk id="2" creationId="{26E9F01E-8D41-97E7-04C9-CBD07244FAA4}"/>
          </ac:spMkLst>
        </pc:spChg>
        <pc:spChg chg="mod">
          <ac:chgData name="山澤 来翔" userId="S::246037@sapporo-mirai.ac.jp::b40ff1a9-99f0-4b32-8d76-2d00e052e3a5" providerId="AD" clId="Web-{8B904CD1-6FD1-7C21-812E-D840003179F6}" dt="2026-01-28T06:20:06.557" v="119" actId="20577"/>
          <ac:spMkLst>
            <pc:docMk/>
            <pc:sldMk cId="2751185566" sldId="262"/>
            <ac:spMk id="3" creationId="{B1893F68-36D8-216E-628E-61D0ADD14F89}"/>
          </ac:spMkLst>
        </pc:spChg>
      </pc:sldChg>
      <pc:sldChg chg="modSp">
        <pc:chgData name="山澤 来翔" userId="S::246037@sapporo-mirai.ac.jp::b40ff1a9-99f0-4b32-8d76-2d00e052e3a5" providerId="AD" clId="Web-{8B904CD1-6FD1-7C21-812E-D840003179F6}" dt="2026-01-28T05:39:12.386" v="72" actId="20577"/>
        <pc:sldMkLst>
          <pc:docMk/>
          <pc:sldMk cId="2755873253" sldId="264"/>
        </pc:sldMkLst>
        <pc:spChg chg="mod">
          <ac:chgData name="山澤 来翔" userId="S::246037@sapporo-mirai.ac.jp::b40ff1a9-99f0-4b32-8d76-2d00e052e3a5" providerId="AD" clId="Web-{8B904CD1-6FD1-7C21-812E-D840003179F6}" dt="2026-01-28T05:39:12.386" v="72" actId="20577"/>
          <ac:spMkLst>
            <pc:docMk/>
            <pc:sldMk cId="2755873253" sldId="264"/>
            <ac:spMk id="2" creationId="{E8A93372-4F8F-4980-CAD2-61DAA13B60C9}"/>
          </ac:spMkLst>
        </pc:spChg>
      </pc:sldChg>
      <pc:sldChg chg="modSp">
        <pc:chgData name="山澤 来翔" userId="S::246037@sapporo-mirai.ac.jp::b40ff1a9-99f0-4b32-8d76-2d00e052e3a5" providerId="AD" clId="Web-{8B904CD1-6FD1-7C21-812E-D840003179F6}" dt="2026-01-28T05:25:03.476" v="22" actId="1076"/>
        <pc:sldMkLst>
          <pc:docMk/>
          <pc:sldMk cId="203948335" sldId="265"/>
        </pc:sldMkLst>
        <pc:spChg chg="mod">
          <ac:chgData name="山澤 来翔" userId="S::246037@sapporo-mirai.ac.jp::b40ff1a9-99f0-4b32-8d76-2d00e052e3a5" providerId="AD" clId="Web-{8B904CD1-6FD1-7C21-812E-D840003179F6}" dt="2026-01-28T05:25:03.476" v="22" actId="1076"/>
          <ac:spMkLst>
            <pc:docMk/>
            <pc:sldMk cId="203948335" sldId="265"/>
            <ac:spMk id="2" creationId="{5D847123-015D-252A-10C3-1432F7BEE90E}"/>
          </ac:spMkLst>
        </pc:spChg>
      </pc:sldChg>
      <pc:sldChg chg="del">
        <pc:chgData name="山澤 来翔" userId="S::246037@sapporo-mirai.ac.jp::b40ff1a9-99f0-4b32-8d76-2d00e052e3a5" providerId="AD" clId="Web-{8B904CD1-6FD1-7C21-812E-D840003179F6}" dt="2026-01-28T05:24:46.147" v="21"/>
        <pc:sldMkLst>
          <pc:docMk/>
          <pc:sldMk cId="3933201064" sldId="267"/>
        </pc:sldMkLst>
      </pc:sldChg>
      <pc:sldChg chg="del">
        <pc:chgData name="山澤 来翔" userId="S::246037@sapporo-mirai.ac.jp::b40ff1a9-99f0-4b32-8d76-2d00e052e3a5" providerId="AD" clId="Web-{8B904CD1-6FD1-7C21-812E-D840003179F6}" dt="2026-01-28T05:22:43.784" v="7"/>
        <pc:sldMkLst>
          <pc:docMk/>
          <pc:sldMk cId="1891447059" sldId="268"/>
        </pc:sldMkLst>
      </pc:sldChg>
      <pc:sldChg chg="new del">
        <pc:chgData name="山澤 来翔" userId="S::246037@sapporo-mirai.ac.jp::b40ff1a9-99f0-4b32-8d76-2d00e052e3a5" providerId="AD" clId="Web-{8B904CD1-6FD1-7C21-812E-D840003179F6}" dt="2026-01-28T06:01:49.563" v="84"/>
        <pc:sldMkLst>
          <pc:docMk/>
          <pc:sldMk cId="1152374786" sldId="272"/>
        </pc:sldMkLst>
      </pc:sldChg>
    </pc:docChg>
  </pc:docChgLst>
  <pc:docChgLst>
    <pc:chgData name="山澤 来翔" userId="S::246037@sapporo-mirai.ac.jp::b40ff1a9-99f0-4b32-8d76-2d00e052e3a5" providerId="AD" clId="Web-{E21EFBAD-3AA1-094E-42F6-52A85D79D92D}"/>
    <pc:docChg chg="addSld delSld modSld sldOrd">
      <pc:chgData name="山澤 来翔" userId="S::246037@sapporo-mirai.ac.jp::b40ff1a9-99f0-4b32-8d76-2d00e052e3a5" providerId="AD" clId="Web-{E21EFBAD-3AA1-094E-42F6-52A85D79D92D}" dt="2026-01-21T05:34:17.671" v="35"/>
      <pc:docMkLst>
        <pc:docMk/>
      </pc:docMkLst>
      <pc:sldChg chg="modSp">
        <pc:chgData name="山澤 来翔" userId="S::246037@sapporo-mirai.ac.jp::b40ff1a9-99f0-4b32-8d76-2d00e052e3a5" providerId="AD" clId="Web-{E21EFBAD-3AA1-094E-42F6-52A85D79D92D}" dt="2026-01-21T05:29:46.323" v="34" actId="20577"/>
        <pc:sldMkLst>
          <pc:docMk/>
          <pc:sldMk cId="340749965" sldId="258"/>
        </pc:sldMkLst>
        <pc:spChg chg="mod">
          <ac:chgData name="山澤 来翔" userId="S::246037@sapporo-mirai.ac.jp::b40ff1a9-99f0-4b32-8d76-2d00e052e3a5" providerId="AD" clId="Web-{E21EFBAD-3AA1-094E-42F6-52A85D79D92D}" dt="2026-01-21T05:29:46.323" v="34" actId="20577"/>
          <ac:spMkLst>
            <pc:docMk/>
            <pc:sldMk cId="340749965" sldId="258"/>
            <ac:spMk id="2" creationId="{D9ADD8CF-E892-AC20-582E-1F536A800095}"/>
          </ac:spMkLst>
        </pc:spChg>
      </pc:sldChg>
      <pc:sldChg chg="modSp">
        <pc:chgData name="山澤 来翔" userId="S::246037@sapporo-mirai.ac.jp::b40ff1a9-99f0-4b32-8d76-2d00e052e3a5" providerId="AD" clId="Web-{E21EFBAD-3AA1-094E-42F6-52A85D79D92D}" dt="2026-01-21T05:29:40.682" v="33" actId="20577"/>
        <pc:sldMkLst>
          <pc:docMk/>
          <pc:sldMk cId="754951729" sldId="259"/>
        </pc:sldMkLst>
        <pc:spChg chg="mod">
          <ac:chgData name="山澤 来翔" userId="S::246037@sapporo-mirai.ac.jp::b40ff1a9-99f0-4b32-8d76-2d00e052e3a5" providerId="AD" clId="Web-{E21EFBAD-3AA1-094E-42F6-52A85D79D92D}" dt="2026-01-21T05:29:40.682" v="33" actId="20577"/>
          <ac:spMkLst>
            <pc:docMk/>
            <pc:sldMk cId="754951729" sldId="259"/>
            <ac:spMk id="2" creationId="{7F60371C-D78A-EAA9-B943-EB667EE4921C}"/>
          </ac:spMkLst>
        </pc:spChg>
      </pc:sldChg>
      <pc:sldChg chg="modSp">
        <pc:chgData name="山澤 来翔" userId="S::246037@sapporo-mirai.ac.jp::b40ff1a9-99f0-4b32-8d76-2d00e052e3a5" providerId="AD" clId="Web-{E21EFBAD-3AA1-094E-42F6-52A85D79D92D}" dt="2026-01-21T05:24:16.279" v="16" actId="20577"/>
        <pc:sldMkLst>
          <pc:docMk/>
          <pc:sldMk cId="2629610746" sldId="260"/>
        </pc:sldMkLst>
        <pc:spChg chg="mod">
          <ac:chgData name="山澤 来翔" userId="S::246037@sapporo-mirai.ac.jp::b40ff1a9-99f0-4b32-8d76-2d00e052e3a5" providerId="AD" clId="Web-{E21EFBAD-3AA1-094E-42F6-52A85D79D92D}" dt="2026-01-21T05:24:16.279" v="16" actId="20577"/>
          <ac:spMkLst>
            <pc:docMk/>
            <pc:sldMk cId="2629610746" sldId="260"/>
            <ac:spMk id="2" creationId="{942BDF19-99D1-408B-8649-5F26023AAE7E}"/>
          </ac:spMkLst>
        </pc:spChg>
      </pc:sldChg>
      <pc:sldChg chg="modSp">
        <pc:chgData name="山澤 来翔" userId="S::246037@sapporo-mirai.ac.jp::b40ff1a9-99f0-4b32-8d76-2d00e052e3a5" providerId="AD" clId="Web-{E21EFBAD-3AA1-094E-42F6-52A85D79D92D}" dt="2026-01-21T05:24:29.608" v="19" actId="20577"/>
        <pc:sldMkLst>
          <pc:docMk/>
          <pc:sldMk cId="3112678017" sldId="261"/>
        </pc:sldMkLst>
        <pc:spChg chg="mod">
          <ac:chgData name="山澤 来翔" userId="S::246037@sapporo-mirai.ac.jp::b40ff1a9-99f0-4b32-8d76-2d00e052e3a5" providerId="AD" clId="Web-{E21EFBAD-3AA1-094E-42F6-52A85D79D92D}" dt="2026-01-21T05:24:29.608" v="19" actId="20577"/>
          <ac:spMkLst>
            <pc:docMk/>
            <pc:sldMk cId="3112678017" sldId="261"/>
            <ac:spMk id="2" creationId="{F400F305-FB39-064F-FED2-65979DA72E5C}"/>
          </ac:spMkLst>
        </pc:spChg>
      </pc:sldChg>
      <pc:sldChg chg="modSp">
        <pc:chgData name="山澤 来翔" userId="S::246037@sapporo-mirai.ac.jp::b40ff1a9-99f0-4b32-8d76-2d00e052e3a5" providerId="AD" clId="Web-{E21EFBAD-3AA1-094E-42F6-52A85D79D92D}" dt="2026-01-21T05:24:38.312" v="20" actId="20577"/>
        <pc:sldMkLst>
          <pc:docMk/>
          <pc:sldMk cId="2751185566" sldId="262"/>
        </pc:sldMkLst>
        <pc:spChg chg="mod">
          <ac:chgData name="山澤 来翔" userId="S::246037@sapporo-mirai.ac.jp::b40ff1a9-99f0-4b32-8d76-2d00e052e3a5" providerId="AD" clId="Web-{E21EFBAD-3AA1-094E-42F6-52A85D79D92D}" dt="2026-01-21T05:24:38.312" v="20" actId="20577"/>
          <ac:spMkLst>
            <pc:docMk/>
            <pc:sldMk cId="2751185566" sldId="262"/>
            <ac:spMk id="2" creationId="{26E9F01E-8D41-97E7-04C9-CBD07244FAA4}"/>
          </ac:spMkLst>
        </pc:spChg>
      </pc:sldChg>
      <pc:sldChg chg="modSp modMedia">
        <pc:chgData name="山澤 来翔" userId="S::246037@sapporo-mirai.ac.jp::b40ff1a9-99f0-4b32-8d76-2d00e052e3a5" providerId="AD" clId="Web-{E21EFBAD-3AA1-094E-42F6-52A85D79D92D}" dt="2026-01-21T05:34:17.671" v="35"/>
        <pc:sldMkLst>
          <pc:docMk/>
          <pc:sldMk cId="1252919701" sldId="263"/>
        </pc:sldMkLst>
        <pc:spChg chg="mod">
          <ac:chgData name="山澤 来翔" userId="S::246037@sapporo-mirai.ac.jp::b40ff1a9-99f0-4b32-8d76-2d00e052e3a5" providerId="AD" clId="Web-{E21EFBAD-3AA1-094E-42F6-52A85D79D92D}" dt="2026-01-21T05:24:47.828" v="21" actId="20577"/>
          <ac:spMkLst>
            <pc:docMk/>
            <pc:sldMk cId="1252919701" sldId="263"/>
            <ac:spMk id="2" creationId="{3E609D5E-DAB5-9992-786C-31BE8C51957D}"/>
          </ac:spMkLst>
        </pc:spChg>
        <pc:picChg chg="mod">
          <ac:chgData name="山澤 来翔" userId="S::246037@sapporo-mirai.ac.jp::b40ff1a9-99f0-4b32-8d76-2d00e052e3a5" providerId="AD" clId="Web-{E21EFBAD-3AA1-094E-42F6-52A85D79D92D}" dt="2026-01-21T05:34:17.671" v="35"/>
          <ac:picMkLst>
            <pc:docMk/>
            <pc:sldMk cId="1252919701" sldId="263"/>
            <ac:picMk id="4" creationId="{7B584CBB-B66E-F36C-8D70-749B3A423424}"/>
          </ac:picMkLst>
        </pc:picChg>
      </pc:sldChg>
      <pc:sldChg chg="del">
        <pc:chgData name="山澤 来翔" userId="S::246037@sapporo-mirai.ac.jp::b40ff1a9-99f0-4b32-8d76-2d00e052e3a5" providerId="AD" clId="Web-{E21EFBAD-3AA1-094E-42F6-52A85D79D92D}" dt="2026-01-21T05:29:14.041" v="32"/>
        <pc:sldMkLst>
          <pc:docMk/>
          <pc:sldMk cId="1676667123" sldId="266"/>
        </pc:sldMkLst>
      </pc:sldChg>
      <pc:sldChg chg="modSp addAnim">
        <pc:chgData name="山澤 来翔" userId="S::246037@sapporo-mirai.ac.jp::b40ff1a9-99f0-4b32-8d76-2d00e052e3a5" providerId="AD" clId="Web-{E21EFBAD-3AA1-094E-42F6-52A85D79D92D}" dt="2026-01-21T05:25:39.487" v="26" actId="1076"/>
        <pc:sldMkLst>
          <pc:docMk/>
          <pc:sldMk cId="1891447059" sldId="268"/>
        </pc:sldMkLst>
        <pc:spChg chg="mod">
          <ac:chgData name="山澤 来翔" userId="S::246037@sapporo-mirai.ac.jp::b40ff1a9-99f0-4b32-8d76-2d00e052e3a5" providerId="AD" clId="Web-{E21EFBAD-3AA1-094E-42F6-52A85D79D92D}" dt="2026-01-21T05:25:39.487" v="26" actId="1076"/>
          <ac:spMkLst>
            <pc:docMk/>
            <pc:sldMk cId="1891447059" sldId="268"/>
            <ac:spMk id="2" creationId="{BE9F36AE-B9C7-C08C-5BB3-0AE08714D4D9}"/>
          </ac:spMkLst>
        </pc:spChg>
      </pc:sldChg>
      <pc:sldChg chg="del">
        <pc:chgData name="山澤 来翔" userId="S::246037@sapporo-mirai.ac.jp::b40ff1a9-99f0-4b32-8d76-2d00e052e3a5" providerId="AD" clId="Web-{E21EFBAD-3AA1-094E-42F6-52A85D79D92D}" dt="2026-01-21T05:25:12.782" v="23"/>
        <pc:sldMkLst>
          <pc:docMk/>
          <pc:sldMk cId="718966176" sldId="269"/>
        </pc:sldMkLst>
      </pc:sldChg>
      <pc:sldChg chg="del">
        <pc:chgData name="山澤 来翔" userId="S::246037@sapporo-mirai.ac.jp::b40ff1a9-99f0-4b32-8d76-2d00e052e3a5" providerId="AD" clId="Web-{E21EFBAD-3AA1-094E-42F6-52A85D79D92D}" dt="2026-01-21T05:25:17.970" v="24"/>
        <pc:sldMkLst>
          <pc:docMk/>
          <pc:sldMk cId="3049233957" sldId="270"/>
        </pc:sldMkLst>
      </pc:sldChg>
      <pc:sldChg chg="modSp new ord addAnim delAnim modAnim">
        <pc:chgData name="山澤 来翔" userId="S::246037@sapporo-mirai.ac.jp::b40ff1a9-99f0-4b32-8d76-2d00e052e3a5" providerId="AD" clId="Web-{E21EFBAD-3AA1-094E-42F6-52A85D79D92D}" dt="2026-01-21T05:23:29.933" v="8"/>
        <pc:sldMkLst>
          <pc:docMk/>
          <pc:sldMk cId="185445234" sldId="271"/>
        </pc:sldMkLst>
        <pc:spChg chg="mod">
          <ac:chgData name="山澤 来翔" userId="S::246037@sapporo-mirai.ac.jp::b40ff1a9-99f0-4b32-8d76-2d00e052e3a5" providerId="AD" clId="Web-{E21EFBAD-3AA1-094E-42F6-52A85D79D92D}" dt="2026-01-21T05:20:59.013" v="3" actId="20577"/>
          <ac:spMkLst>
            <pc:docMk/>
            <pc:sldMk cId="185445234" sldId="271"/>
            <ac:spMk id="2" creationId="{2EA35268-53E4-D058-FBC5-1100EA95FE33}"/>
          </ac:spMkLst>
        </pc:spChg>
      </pc:sldChg>
      <pc:sldChg chg="modSp new del">
        <pc:chgData name="山澤 来翔" userId="S::246037@sapporo-mirai.ac.jp::b40ff1a9-99f0-4b32-8d76-2d00e052e3a5" providerId="AD" clId="Web-{E21EFBAD-3AA1-094E-42F6-52A85D79D92D}" dt="2026-01-21T05:29:05.525" v="31"/>
        <pc:sldMkLst>
          <pc:docMk/>
          <pc:sldMk cId="3668218874" sldId="272"/>
        </pc:sldMkLst>
        <pc:spChg chg="mod">
          <ac:chgData name="山澤 来翔" userId="S::246037@sapporo-mirai.ac.jp::b40ff1a9-99f0-4b32-8d76-2d00e052e3a5" providerId="AD" clId="Web-{E21EFBAD-3AA1-094E-42F6-52A85D79D92D}" dt="2026-01-21T05:26:58.099" v="30" actId="20577"/>
          <ac:spMkLst>
            <pc:docMk/>
            <pc:sldMk cId="3668218874" sldId="272"/>
            <ac:spMk id="2" creationId="{C64C097C-B1C3-B32B-F917-BE6165702E62}"/>
          </ac:spMkLst>
        </pc:spChg>
      </pc:sldChg>
    </pc:docChg>
  </pc:docChgLst>
  <pc:docChgLst>
    <pc:chgData name="吉野 航矢" userId="S::251014@sapporo-mirai.ac.jp::41005131-388a-489d-b404-455fd957f054" providerId="AD" clId="Web-{418B83AE-CFCF-8A06-5EE4-71E3F666FC1B}"/>
    <pc:docChg chg="modSld">
      <pc:chgData name="吉野 航矢" userId="S::251014@sapporo-mirai.ac.jp::41005131-388a-489d-b404-455fd957f054" providerId="AD" clId="Web-{418B83AE-CFCF-8A06-5EE4-71E3F666FC1B}" dt="2026-01-21T05:46:26.073" v="5"/>
      <pc:docMkLst>
        <pc:docMk/>
      </pc:docMkLst>
      <pc:sldChg chg="addSp delSp modSp modMedia addAnim delAnim">
        <pc:chgData name="吉野 航矢" userId="S::251014@sapporo-mirai.ac.jp::41005131-388a-489d-b404-455fd957f054" providerId="AD" clId="Web-{418B83AE-CFCF-8A06-5EE4-71E3F666FC1B}" dt="2026-01-21T05:46:26.073" v="5"/>
        <pc:sldMkLst>
          <pc:docMk/>
          <pc:sldMk cId="1252919701" sldId="263"/>
        </pc:sldMkLst>
        <pc:picChg chg="add del mod">
          <ac:chgData name="吉野 航矢" userId="S::251014@sapporo-mirai.ac.jp::41005131-388a-489d-b404-455fd957f054" providerId="AD" clId="Web-{418B83AE-CFCF-8A06-5EE4-71E3F666FC1B}" dt="2026-01-21T05:36:40.635" v="2"/>
          <ac:picMkLst>
            <pc:docMk/>
            <pc:sldMk cId="1252919701" sldId="263"/>
            <ac:picMk id="4" creationId="{7B584CBB-B66E-F36C-8D70-749B3A423424}"/>
          </ac:picMkLst>
        </pc:picChg>
        <pc:picChg chg="add del mod">
          <ac:chgData name="吉野 航矢" userId="S::251014@sapporo-mirai.ac.jp::41005131-388a-489d-b404-455fd957f054" providerId="AD" clId="Web-{418B83AE-CFCF-8A06-5EE4-71E3F666FC1B}" dt="2026-01-21T05:46:26.073" v="5"/>
          <ac:picMkLst>
            <pc:docMk/>
            <pc:sldMk cId="1252919701" sldId="263"/>
            <ac:picMk id="5" creationId="{88F99017-6334-6CDB-D4D8-6AD576C9811B}"/>
          </ac:picMkLst>
        </pc:picChg>
      </pc:sldChg>
    </pc:docChg>
  </pc:docChgLst>
  <pc:docChgLst>
    <pc:chgData name="佐渡 敬介" userId="7e699770-a7d9-4ac1-ab59-7ede9dcd62e8" providerId="ADAL" clId="{2A35B191-3690-40DD-B243-F0BC23EA4B10}"/>
    <pc:docChg chg="modSld">
      <pc:chgData name="佐渡 敬介" userId="7e699770-a7d9-4ac1-ab59-7ede9dcd62e8" providerId="ADAL" clId="{2A35B191-3690-40DD-B243-F0BC23EA4B10}" dt="2026-01-28T06:33:57.392" v="1032" actId="20577"/>
      <pc:docMkLst>
        <pc:docMk/>
      </pc:docMkLst>
      <pc:sldChg chg="modSp mod">
        <pc:chgData name="佐渡 敬介" userId="7e699770-a7d9-4ac1-ab59-7ede9dcd62e8" providerId="ADAL" clId="{2A35B191-3690-40DD-B243-F0BC23EA4B10}" dt="2026-01-28T05:20:31.766" v="624" actId="255"/>
        <pc:sldMkLst>
          <pc:docMk/>
          <pc:sldMk cId="3787896347" sldId="257"/>
        </pc:sldMkLst>
        <pc:spChg chg="mod">
          <ac:chgData name="佐渡 敬介" userId="7e699770-a7d9-4ac1-ab59-7ede9dcd62e8" providerId="ADAL" clId="{2A35B191-3690-40DD-B243-F0BC23EA4B10}" dt="2026-01-28T05:20:31.766" v="624" actId="255"/>
          <ac:spMkLst>
            <pc:docMk/>
            <pc:sldMk cId="3787896347" sldId="257"/>
            <ac:spMk id="3" creationId="{96F216EF-8E04-5677-BBB7-99B15B8DBAC3}"/>
          </ac:spMkLst>
        </pc:spChg>
      </pc:sldChg>
      <pc:sldChg chg="modSp mod">
        <pc:chgData name="佐渡 敬介" userId="7e699770-a7d9-4ac1-ab59-7ede9dcd62e8" providerId="ADAL" clId="{2A35B191-3690-40DD-B243-F0BC23EA4B10}" dt="2026-01-28T06:33:57.392" v="1032" actId="20577"/>
        <pc:sldMkLst>
          <pc:docMk/>
          <pc:sldMk cId="2629610746" sldId="260"/>
        </pc:sldMkLst>
        <pc:spChg chg="mod">
          <ac:chgData name="佐渡 敬介" userId="7e699770-a7d9-4ac1-ab59-7ede9dcd62e8" providerId="ADAL" clId="{2A35B191-3690-40DD-B243-F0BC23EA4B10}" dt="2026-01-28T06:33:57.392" v="1032" actId="20577"/>
          <ac:spMkLst>
            <pc:docMk/>
            <pc:sldMk cId="2629610746" sldId="260"/>
            <ac:spMk id="2" creationId="{942BDF19-99D1-408B-8649-5F26023AAE7E}"/>
          </ac:spMkLst>
        </pc:spChg>
        <pc:spChg chg="mod">
          <ac:chgData name="佐渡 敬介" userId="7e699770-a7d9-4ac1-ab59-7ede9dcd62e8" providerId="ADAL" clId="{2A35B191-3690-40DD-B243-F0BC23EA4B10}" dt="2026-01-28T06:28:07.057" v="1014" actId="20577"/>
          <ac:spMkLst>
            <pc:docMk/>
            <pc:sldMk cId="2629610746" sldId="260"/>
            <ac:spMk id="3" creationId="{046F653D-7999-044B-B8DB-D6D19B3CA5E6}"/>
          </ac:spMkLst>
        </pc:spChg>
      </pc:sldChg>
    </pc:docChg>
  </pc:docChgLst>
  <pc:docChgLst>
    <pc:chgData name="竹田 智基" userId="S::246022@sapporo-mirai.ac.jp::825db69b-be84-466b-bbd4-847ab709756d" providerId="AD" clId="Web-{BFC39DB6-B307-687C-AE09-795037898D3A}"/>
    <pc:docChg chg="modSld">
      <pc:chgData name="竹田 智基" userId="S::246022@sapporo-mirai.ac.jp::825db69b-be84-466b-bbd4-847ab709756d" providerId="AD" clId="Web-{BFC39DB6-B307-687C-AE09-795037898D3A}" dt="2026-01-28T06:49:04.126" v="80" actId="20577"/>
      <pc:docMkLst>
        <pc:docMk/>
      </pc:docMkLst>
      <pc:sldChg chg="modSp">
        <pc:chgData name="竹田 智基" userId="S::246022@sapporo-mirai.ac.jp::825db69b-be84-466b-bbd4-847ab709756d" providerId="AD" clId="Web-{BFC39DB6-B307-687C-AE09-795037898D3A}" dt="2026-01-28T06:49:04.126" v="80" actId="20577"/>
        <pc:sldMkLst>
          <pc:docMk/>
          <pc:sldMk cId="3112678017" sldId="261"/>
        </pc:sldMkLst>
        <pc:spChg chg="mod">
          <ac:chgData name="竹田 智基" userId="S::246022@sapporo-mirai.ac.jp::825db69b-be84-466b-bbd4-847ab709756d" providerId="AD" clId="Web-{BFC39DB6-B307-687C-AE09-795037898D3A}" dt="2026-01-28T06:22:18.603" v="4" actId="20577"/>
          <ac:spMkLst>
            <pc:docMk/>
            <pc:sldMk cId="3112678017" sldId="261"/>
            <ac:spMk id="2" creationId="{F400F305-FB39-064F-FED2-65979DA72E5C}"/>
          </ac:spMkLst>
        </pc:spChg>
        <pc:spChg chg="mod">
          <ac:chgData name="竹田 智基" userId="S::246022@sapporo-mirai.ac.jp::825db69b-be84-466b-bbd4-847ab709756d" providerId="AD" clId="Web-{BFC39DB6-B307-687C-AE09-795037898D3A}" dt="2026-01-28T06:49:04.126" v="80" actId="20577"/>
          <ac:spMkLst>
            <pc:docMk/>
            <pc:sldMk cId="3112678017" sldId="261"/>
            <ac:spMk id="3" creationId="{11839682-8F9C-3541-0F65-DC4F47F237F8}"/>
          </ac:spMkLst>
        </pc:spChg>
      </pc:sldChg>
    </pc:docChg>
  </pc:docChgLst>
  <pc:docChgLst>
    <pc:chgData name="山澤 来翔" userId="S::246037@sapporo-mirai.ac.jp::b40ff1a9-99f0-4b32-8d76-2d00e052e3a5" providerId="AD" clId="Web-{ACA2D808-1FE5-0CF7-1911-DA6C0365E14A}"/>
    <pc:docChg chg="modSld">
      <pc:chgData name="山澤 来翔" userId="S::246037@sapporo-mirai.ac.jp::b40ff1a9-99f0-4b32-8d76-2d00e052e3a5" providerId="AD" clId="Web-{ACA2D808-1FE5-0CF7-1911-DA6C0365E14A}" dt="2026-01-28T06:48:01.283" v="12" actId="20577"/>
      <pc:docMkLst>
        <pc:docMk/>
      </pc:docMkLst>
      <pc:sldChg chg="modSp">
        <pc:chgData name="山澤 来翔" userId="S::246037@sapporo-mirai.ac.jp::b40ff1a9-99f0-4b32-8d76-2d00e052e3a5" providerId="AD" clId="Web-{ACA2D808-1FE5-0CF7-1911-DA6C0365E14A}" dt="2026-01-28T06:25:55.622" v="8" actId="20577"/>
        <pc:sldMkLst>
          <pc:docMk/>
          <pc:sldMk cId="754951729" sldId="259"/>
        </pc:sldMkLst>
        <pc:spChg chg="mod">
          <ac:chgData name="山澤 来翔" userId="S::246037@sapporo-mirai.ac.jp::b40ff1a9-99f0-4b32-8d76-2d00e052e3a5" providerId="AD" clId="Web-{ACA2D808-1FE5-0CF7-1911-DA6C0365E14A}" dt="2026-01-28T06:25:55.622" v="8" actId="20577"/>
          <ac:spMkLst>
            <pc:docMk/>
            <pc:sldMk cId="754951729" sldId="259"/>
            <ac:spMk id="3" creationId="{CD265C0F-5669-C8F9-2F2A-090AD1590D84}"/>
          </ac:spMkLst>
        </pc:spChg>
      </pc:sldChg>
      <pc:sldChg chg="addAnim">
        <pc:chgData name="山澤 来翔" userId="S::246037@sapporo-mirai.ac.jp::b40ff1a9-99f0-4b32-8d76-2d00e052e3a5" providerId="AD" clId="Web-{ACA2D808-1FE5-0CF7-1911-DA6C0365E14A}" dt="2026-01-28T06:37:46.817" v="9"/>
        <pc:sldMkLst>
          <pc:docMk/>
          <pc:sldMk cId="2629610746" sldId="260"/>
        </pc:sldMkLst>
      </pc:sldChg>
      <pc:sldChg chg="modSp">
        <pc:chgData name="山澤 来翔" userId="S::246037@sapporo-mirai.ac.jp::b40ff1a9-99f0-4b32-8d76-2d00e052e3a5" providerId="AD" clId="Web-{ACA2D808-1FE5-0CF7-1911-DA6C0365E14A}" dt="2026-01-28T06:48:01.283" v="12" actId="20577"/>
        <pc:sldMkLst>
          <pc:docMk/>
          <pc:sldMk cId="2751185566" sldId="262"/>
        </pc:sldMkLst>
        <pc:spChg chg="mod">
          <ac:chgData name="山澤 来翔" userId="S::246037@sapporo-mirai.ac.jp::b40ff1a9-99f0-4b32-8d76-2d00e052e3a5" providerId="AD" clId="Web-{ACA2D808-1FE5-0CF7-1911-DA6C0365E14A}" dt="2026-01-28T06:48:01.283" v="12" actId="20577"/>
          <ac:spMkLst>
            <pc:docMk/>
            <pc:sldMk cId="2751185566" sldId="262"/>
            <ac:spMk id="3" creationId="{B1893F68-36D8-216E-628E-61D0ADD14F89}"/>
          </ac:spMkLst>
        </pc:spChg>
      </pc:sldChg>
      <pc:sldChg chg="delSp modSp">
        <pc:chgData name="山澤 来翔" userId="S::246037@sapporo-mirai.ac.jp::b40ff1a9-99f0-4b32-8d76-2d00e052e3a5" providerId="AD" clId="Web-{ACA2D808-1FE5-0CF7-1911-DA6C0365E14A}" dt="2026-01-28T06:39:17.194" v="11" actId="1076"/>
        <pc:sldMkLst>
          <pc:docMk/>
          <pc:sldMk cId="2755873253" sldId="264"/>
        </pc:sldMkLst>
        <pc:spChg chg="mod">
          <ac:chgData name="山澤 来翔" userId="S::246037@sapporo-mirai.ac.jp::b40ff1a9-99f0-4b32-8d76-2d00e052e3a5" providerId="AD" clId="Web-{ACA2D808-1FE5-0CF7-1911-DA6C0365E14A}" dt="2026-01-28T06:39:17.194" v="11" actId="1076"/>
          <ac:spMkLst>
            <pc:docMk/>
            <pc:sldMk cId="2755873253" sldId="264"/>
            <ac:spMk id="2" creationId="{E8A93372-4F8F-4980-CAD2-61DAA13B60C9}"/>
          </ac:spMkLst>
        </pc:spChg>
        <pc:spChg chg="del">
          <ac:chgData name="山澤 来翔" userId="S::246037@sapporo-mirai.ac.jp::b40ff1a9-99f0-4b32-8d76-2d00e052e3a5" providerId="AD" clId="Web-{ACA2D808-1FE5-0CF7-1911-DA6C0365E14A}" dt="2026-01-28T06:39:06.350" v="10"/>
          <ac:spMkLst>
            <pc:docMk/>
            <pc:sldMk cId="2755873253" sldId="264"/>
            <ac:spMk id="3" creationId="{809ADC38-01AC-3AF3-A645-9BE2958426CE}"/>
          </ac:spMkLst>
        </pc:spChg>
      </pc:sldChg>
    </pc:docChg>
  </pc:docChgLst>
  <pc:docChgLst>
    <pc:chgData name="吉野 航矢" userId="S::251014@sapporo-mirai.ac.jp::41005131-388a-489d-b404-455fd957f054" providerId="AD" clId="Web-{527C9D8E-C9F8-520E-EF57-BE1A6A61F1AB}"/>
    <pc:docChg chg="modSld">
      <pc:chgData name="吉野 航矢" userId="S::251014@sapporo-mirai.ac.jp::41005131-388a-489d-b404-455fd957f054" providerId="AD" clId="Web-{527C9D8E-C9F8-520E-EF57-BE1A6A61F1AB}" dt="2026-01-28T06:37:20.485" v="58" actId="20577"/>
      <pc:docMkLst>
        <pc:docMk/>
      </pc:docMkLst>
      <pc:sldChg chg="modSp">
        <pc:chgData name="吉野 航矢" userId="S::251014@sapporo-mirai.ac.jp::41005131-388a-489d-b404-455fd957f054" providerId="AD" clId="Web-{527C9D8E-C9F8-520E-EF57-BE1A6A61F1AB}" dt="2026-01-28T06:37:20.485" v="58" actId="20577"/>
        <pc:sldMkLst>
          <pc:docMk/>
          <pc:sldMk cId="1252919701" sldId="263"/>
        </pc:sldMkLst>
        <pc:spChg chg="mod">
          <ac:chgData name="吉野 航矢" userId="S::251014@sapporo-mirai.ac.jp::41005131-388a-489d-b404-455fd957f054" providerId="AD" clId="Web-{527C9D8E-C9F8-520E-EF57-BE1A6A61F1AB}" dt="2026-01-28T06:31:05.602" v="8" actId="20577"/>
          <ac:spMkLst>
            <pc:docMk/>
            <pc:sldMk cId="1252919701" sldId="263"/>
            <ac:spMk id="2" creationId="{3E609D5E-DAB5-9992-786C-31BE8C51957D}"/>
          </ac:spMkLst>
        </pc:spChg>
        <pc:spChg chg="mod">
          <ac:chgData name="吉野 航矢" userId="S::251014@sapporo-mirai.ac.jp::41005131-388a-489d-b404-455fd957f054" providerId="AD" clId="Web-{527C9D8E-C9F8-520E-EF57-BE1A6A61F1AB}" dt="2026-01-28T06:37:20.485" v="58" actId="20577"/>
          <ac:spMkLst>
            <pc:docMk/>
            <pc:sldMk cId="1252919701" sldId="263"/>
            <ac:spMk id="3" creationId="{7EEA007C-2774-036C-F279-3942B102D45A}"/>
          </ac:spMkLst>
        </pc:spChg>
      </pc:sldChg>
    </pc:docChg>
  </pc:docChgLst>
  <pc:docChgLst>
    <pc:chgData name="竹田 智基" userId="825db69b-be84-466b-bbd4-847ab709756d" providerId="ADAL" clId="{BD0B398B-D8A9-46E7-B64B-D7A4024F4FD0}"/>
    <pc:docChg chg="custSel addSld modSld">
      <pc:chgData name="竹田 智基" userId="825db69b-be84-466b-bbd4-847ab709756d" providerId="ADAL" clId="{BD0B398B-D8A9-46E7-B64B-D7A4024F4FD0}" dt="2026-01-21T05:45:12.865" v="155" actId="20577"/>
      <pc:docMkLst>
        <pc:docMk/>
      </pc:docMkLst>
      <pc:sldChg chg="modSp new mod">
        <pc:chgData name="竹田 智基" userId="825db69b-be84-466b-bbd4-847ab709756d" providerId="ADAL" clId="{BD0B398B-D8A9-46E7-B64B-D7A4024F4FD0}" dt="2026-01-21T05:40:03.724" v="73" actId="20577"/>
        <pc:sldMkLst>
          <pc:docMk/>
          <pc:sldMk cId="3787896347" sldId="257"/>
        </pc:sldMkLst>
        <pc:spChg chg="mod">
          <ac:chgData name="竹田 智基" userId="825db69b-be84-466b-bbd4-847ab709756d" providerId="ADAL" clId="{BD0B398B-D8A9-46E7-B64B-D7A4024F4FD0}" dt="2026-01-21T05:40:03.724" v="73" actId="20577"/>
          <ac:spMkLst>
            <pc:docMk/>
            <pc:sldMk cId="3787896347" sldId="257"/>
            <ac:spMk id="2" creationId="{4869DF81-C02E-779E-137C-BF2A8E3F83FD}"/>
          </ac:spMkLst>
        </pc:spChg>
      </pc:sldChg>
      <pc:sldChg chg="new">
        <pc:chgData name="竹田 智基" userId="825db69b-be84-466b-bbd4-847ab709756d" providerId="ADAL" clId="{BD0B398B-D8A9-46E7-B64B-D7A4024F4FD0}" dt="2026-01-21T05:04:22.489" v="1" actId="680"/>
        <pc:sldMkLst>
          <pc:docMk/>
          <pc:sldMk cId="340749965" sldId="258"/>
        </pc:sldMkLst>
      </pc:sldChg>
      <pc:sldChg chg="modSp mod">
        <pc:chgData name="竹田 智基" userId="825db69b-be84-466b-bbd4-847ab709756d" providerId="ADAL" clId="{BD0B398B-D8A9-46E7-B64B-D7A4024F4FD0}" dt="2026-01-21T05:45:12.865" v="155" actId="20577"/>
        <pc:sldMkLst>
          <pc:docMk/>
          <pc:sldMk cId="754951729" sldId="259"/>
        </pc:sldMkLst>
        <pc:spChg chg="mod">
          <ac:chgData name="竹田 智基" userId="825db69b-be84-466b-bbd4-847ab709756d" providerId="ADAL" clId="{BD0B398B-D8A9-46E7-B64B-D7A4024F4FD0}" dt="2026-01-21T05:45:12.865" v="155" actId="20577"/>
          <ac:spMkLst>
            <pc:docMk/>
            <pc:sldMk cId="754951729" sldId="259"/>
            <ac:spMk id="3" creationId="{CD265C0F-5669-C8F9-2F2A-090AD1590D84}"/>
          </ac:spMkLst>
        </pc:spChg>
      </pc:sldChg>
      <pc:sldChg chg="addSp delSp modSp mod modClrScheme modAnim chgLayout">
        <pc:chgData name="竹田 智基" userId="825db69b-be84-466b-bbd4-847ab709756d" providerId="ADAL" clId="{BD0B398B-D8A9-46E7-B64B-D7A4024F4FD0}" dt="2026-01-21T05:20:42.607" v="10"/>
        <pc:sldMkLst>
          <pc:docMk/>
          <pc:sldMk cId="203948335" sldId="265"/>
        </pc:sldMkLst>
        <pc:spChg chg="mod ord">
          <ac:chgData name="竹田 智基" userId="825db69b-be84-466b-bbd4-847ab709756d" providerId="ADAL" clId="{BD0B398B-D8A9-46E7-B64B-D7A4024F4FD0}" dt="2026-01-21T05:19:01.417" v="6" actId="14100"/>
          <ac:spMkLst>
            <pc:docMk/>
            <pc:sldMk cId="203948335" sldId="265"/>
            <ac:spMk id="2" creationId="{5D847123-015D-252A-10C3-1432F7BEE90E}"/>
          </ac:spMkLst>
        </pc:spChg>
        <pc:spChg chg="del mod ord">
          <ac:chgData name="竹田 智基" userId="825db69b-be84-466b-bbd4-847ab709756d" providerId="ADAL" clId="{BD0B398B-D8A9-46E7-B64B-D7A4024F4FD0}" dt="2026-01-21T05:18:20.891" v="2" actId="700"/>
          <ac:spMkLst>
            <pc:docMk/>
            <pc:sldMk cId="203948335" sldId="265"/>
            <ac:spMk id="3" creationId="{BB77F094-449B-B523-7BF8-5F89A6D08377}"/>
          </ac:spMkLst>
        </pc:spChg>
        <pc:spChg chg="add del mod ord">
          <ac:chgData name="竹田 智基" userId="825db69b-be84-466b-bbd4-847ab709756d" providerId="ADAL" clId="{BD0B398B-D8A9-46E7-B64B-D7A4024F4FD0}" dt="2026-01-21T05:18:35.279" v="3" actId="700"/>
          <ac:spMkLst>
            <pc:docMk/>
            <pc:sldMk cId="203948335" sldId="265"/>
            <ac:spMk id="4" creationId="{E56E8B20-77E7-297F-68CE-F25F512AD601}"/>
          </ac:spMkLst>
        </pc:spChg>
      </pc:sldChg>
      <pc:sldChg chg="delSp modSp mod modClrScheme chgLayout">
        <pc:chgData name="竹田 智基" userId="825db69b-be84-466b-bbd4-847ab709756d" providerId="ADAL" clId="{BD0B398B-D8A9-46E7-B64B-D7A4024F4FD0}" dt="2026-01-21T05:39:38.137" v="42" actId="1076"/>
        <pc:sldMkLst>
          <pc:docMk/>
          <pc:sldMk cId="1891447059" sldId="268"/>
        </pc:sldMkLst>
        <pc:spChg chg="mod ord">
          <ac:chgData name="竹田 智基" userId="825db69b-be84-466b-bbd4-847ab709756d" providerId="ADAL" clId="{BD0B398B-D8A9-46E7-B64B-D7A4024F4FD0}" dt="2026-01-21T05:39:38.137" v="42" actId="1076"/>
          <ac:spMkLst>
            <pc:docMk/>
            <pc:sldMk cId="1891447059" sldId="268"/>
            <ac:spMk id="2" creationId="{BE9F36AE-B9C7-C08C-5BB3-0AE08714D4D9}"/>
          </ac:spMkLst>
        </pc:spChg>
        <pc:spChg chg="del">
          <ac:chgData name="竹田 智基" userId="825db69b-be84-466b-bbd4-847ab709756d" providerId="ADAL" clId="{BD0B398B-D8A9-46E7-B64B-D7A4024F4FD0}" dt="2026-01-21T05:39:26.687" v="40" actId="700"/>
          <ac:spMkLst>
            <pc:docMk/>
            <pc:sldMk cId="1891447059" sldId="268"/>
            <ac:spMk id="3" creationId="{4A9ED8AD-DAA9-53B4-71AA-54E4092AEDE0}"/>
          </ac:spMkLst>
        </pc:spChg>
      </pc:sldChg>
      <pc:sldChg chg="delSp modSp mod modClrScheme modAnim chgLayout">
        <pc:chgData name="竹田 智基" userId="825db69b-be84-466b-bbd4-847ab709756d" providerId="ADAL" clId="{BD0B398B-D8A9-46E7-B64B-D7A4024F4FD0}" dt="2026-01-21T05:26:32.814" v="33"/>
        <pc:sldMkLst>
          <pc:docMk/>
          <pc:sldMk cId="185445234" sldId="271"/>
        </pc:sldMkLst>
        <pc:spChg chg="mod ord">
          <ac:chgData name="竹田 智基" userId="825db69b-be84-466b-bbd4-847ab709756d" providerId="ADAL" clId="{BD0B398B-D8A9-46E7-B64B-D7A4024F4FD0}" dt="2026-01-21T05:24:18.044" v="13" actId="1076"/>
          <ac:spMkLst>
            <pc:docMk/>
            <pc:sldMk cId="185445234" sldId="271"/>
            <ac:spMk id="2" creationId="{2EA35268-53E4-D058-FBC5-1100EA95FE33}"/>
          </ac:spMkLst>
        </pc:spChg>
        <pc:spChg chg="del">
          <ac:chgData name="竹田 智基" userId="825db69b-be84-466b-bbd4-847ab709756d" providerId="ADAL" clId="{BD0B398B-D8A9-46E7-B64B-D7A4024F4FD0}" dt="2026-01-21T05:23:57.258" v="11" actId="700"/>
          <ac:spMkLst>
            <pc:docMk/>
            <pc:sldMk cId="185445234" sldId="271"/>
            <ac:spMk id="3" creationId="{57638000-BC05-6482-2025-CE357A248B51}"/>
          </ac:spMkLst>
        </pc:spChg>
      </pc:sldChg>
    </pc:docChg>
  </pc:docChgLst>
</pc:chgInfo>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4" name="Date Placeholder 3"/>
          <p:cNvSpPr>
            <a:spLocks noGrp="1"/>
          </p:cNvSpPr>
          <p:nvPr>
            <p:ph type="dt" sz="half" idx="10"/>
          </p:nvPr>
        </p:nvSpPr>
        <p:spPr/>
        <p:txBody>
          <a:bodyPr/>
          <a:lstStyle/>
          <a:p>
            <a:fld id="{83284890-85D2-4D7B-8EF5-15A9C1DB8F42}" type="datetimeFigureOut">
              <a:rPr lang="en-US" dirty="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dirty="0"/>
              <a:pPr/>
              <a:t>‹#›</a:t>
            </a:fld>
            <a:endParaRPr lang="en-US"/>
          </a:p>
        </p:txBody>
      </p:sp>
    </p:spTree>
    <p:extLst>
      <p:ext uri="{BB962C8B-B14F-4D97-AF65-F5344CB8AC3E}">
        <p14:creationId xmlns:p14="http://schemas.microsoft.com/office/powerpoint/2010/main" val="15199557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2F5661D-6934-4B32-B92C-470368BF1EC6}" type="datetimeFigureOut">
              <a:rPr lang="en-US" dirty="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42529299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C6F822A4-8DA6-4447-9B1F-C5DB58435268}" type="datetimeFigureOut">
              <a:rPr lang="en-US" dirty="0"/>
              <a:t>1/27/2026</a:t>
            </a:fld>
            <a:endParaRPr lang="en-US"/>
          </a:p>
        </p:txBody>
      </p:sp>
      <p:sp>
        <p:nvSpPr>
          <p:cNvPr id="5" name="Footer Placeholder 4"/>
          <p:cNvSpPr>
            <a:spLocks noGrp="1"/>
          </p:cNvSpPr>
          <p:nvPr>
            <p:ph type="ftr" sz="quarter" idx="11"/>
          </p:nvPr>
        </p:nvSpPr>
        <p:spPr>
          <a:xfrm>
            <a:off x="2182708" y="6272784"/>
            <a:ext cx="6327648" cy="365125"/>
          </a:xfrm>
        </p:spPr>
        <p:txBody>
          <a:bodyPr/>
          <a:lstStyle/>
          <a:p>
            <a:endParaRPr lang="en-US"/>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dirty="0"/>
              <a:pPr/>
              <a:t>‹#›</a:t>
            </a:fld>
            <a:endParaRPr lang="en-US"/>
          </a:p>
        </p:txBody>
      </p:sp>
    </p:spTree>
    <p:extLst>
      <p:ext uri="{BB962C8B-B14F-4D97-AF65-F5344CB8AC3E}">
        <p14:creationId xmlns:p14="http://schemas.microsoft.com/office/powerpoint/2010/main" val="35857585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548D31E-DCDA-41A7-9C67-C4B11B94D21D}" type="datetimeFigureOut">
              <a:rPr lang="en-US" dirty="0"/>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7884587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B3762C0-B258-48F1-ADE6-176B4174CCDD}" type="datetimeFigureOut">
              <a:rPr lang="en-US" dirty="0"/>
              <a:t>1/27/2026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22055631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77919A6-33EB-49BD-A62F-1FA56B9F9712}" type="datetimeFigureOut">
              <a:rPr lang="en-US" dirty="0"/>
              <a:t>1/27/2026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35858909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dirty="0"/>
              <a:t>1/27/2026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42336038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A16AA21-1863-4931-97CB-99D0A168701B}" type="datetimeFigureOut">
              <a:rPr lang="en-US" dirty="0"/>
              <a:t>1/27/2026</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42291228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72C379-9A7C-4C87-A116-CBE9F58B04C5}" type="datetimeFigureOut">
              <a:rPr lang="en-US" dirty="0"/>
              <a:t>1/27/2026</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934449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7157CC2-0FC8-4686-B024-99790E0F5162}" type="datetimeFigureOut">
              <a:rPr lang="en-US" dirty="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12528828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6764DA5-CD3D-4590-A511-FCD3BC7A793E}" type="datetimeFigureOut">
              <a:rPr lang="en-US" dirty="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23846338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64C608-40B1-4030-A28D-5B74BC98ADCE}" type="datetimeFigureOut">
              <a:rPr lang="en-US" dirty="0"/>
              <a:t>1/27/2026</a:t>
            </a:fld>
            <a:endParaRPr 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ja-JP" altLang="en-US"/>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ja-JP" altLang="en-US"/>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dirty="0"/>
              <a:pPr/>
              <a:t>‹#›</a:t>
            </a:fld>
            <a:endParaRPr lang="en-US"/>
          </a:p>
        </p:txBody>
      </p:sp>
    </p:spTree>
    <p:extLst>
      <p:ext uri="{BB962C8B-B14F-4D97-AF65-F5344CB8AC3E}">
        <p14:creationId xmlns:p14="http://schemas.microsoft.com/office/powerpoint/2010/main" val="18219226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EC99F34-EB14-F343-B800-936DEC531C78}"/>
              </a:ext>
            </a:extLst>
          </p:cNvPr>
          <p:cNvSpPr>
            <a:spLocks noGrp="1"/>
          </p:cNvSpPr>
          <p:nvPr>
            <p:ph type="ctrTitle"/>
          </p:nvPr>
        </p:nvSpPr>
        <p:spPr/>
        <p:txBody>
          <a:bodyPr/>
          <a:lstStyle/>
          <a:p>
            <a:r>
              <a:rPr lang="ja-JP" altLang="en-US"/>
              <a:t>スケジュール管理</a:t>
            </a:r>
            <a:endParaRPr kumimoji="1" lang="ja-JP" altLang="en-US"/>
          </a:p>
        </p:txBody>
      </p:sp>
      <p:sp>
        <p:nvSpPr>
          <p:cNvPr id="3" name="字幕 2">
            <a:extLst>
              <a:ext uri="{FF2B5EF4-FFF2-40B4-BE49-F238E27FC236}">
                <a16:creationId xmlns:a16="http://schemas.microsoft.com/office/drawing/2014/main" id="{2E71CAEF-60D3-9880-A487-D3A277771EB0}"/>
              </a:ext>
            </a:extLst>
          </p:cNvPr>
          <p:cNvSpPr>
            <a:spLocks noGrp="1"/>
          </p:cNvSpPr>
          <p:nvPr>
            <p:ph type="subTitle" idx="1"/>
          </p:nvPr>
        </p:nvSpPr>
        <p:spPr/>
        <p:txBody>
          <a:bodyPr vert="horz" lIns="91440" tIns="45720" rIns="91440" bIns="45720" rtlCol="0" anchor="t">
            <a:normAutofit/>
          </a:bodyPr>
          <a:lstStyle/>
          <a:p>
            <a:pPr algn="ctr"/>
            <a:r>
              <a:rPr kumimoji="1" lang="ja-JP" altLang="en-US"/>
              <a:t>佐渡・竹田・山澤・吉野</a:t>
            </a:r>
            <a:endParaRPr lang="en-US" altLang="ja-JP"/>
          </a:p>
        </p:txBody>
      </p:sp>
    </p:spTree>
    <p:extLst>
      <p:ext uri="{BB962C8B-B14F-4D97-AF65-F5344CB8AC3E}">
        <p14:creationId xmlns:p14="http://schemas.microsoft.com/office/powerpoint/2010/main" val="38269118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869DF81-C02E-779E-137C-BF2A8E3F83FD}"/>
              </a:ext>
            </a:extLst>
          </p:cNvPr>
          <p:cNvSpPr>
            <a:spLocks noGrp="1"/>
          </p:cNvSpPr>
          <p:nvPr>
            <p:ph type="title"/>
          </p:nvPr>
        </p:nvSpPr>
        <p:spPr/>
        <p:txBody>
          <a:bodyPr/>
          <a:lstStyle/>
          <a:p>
            <a:pPr algn="ctr"/>
            <a:r>
              <a:rPr kumimoji="1" lang="ja-JP" altLang="en-US">
                <a:ea typeface="HG明朝B"/>
              </a:rPr>
              <a:t>作成理由</a:t>
            </a:r>
            <a:endParaRPr kumimoji="1" lang="ja-JP" altLang="en-US"/>
          </a:p>
        </p:txBody>
      </p:sp>
      <p:sp>
        <p:nvSpPr>
          <p:cNvPr id="3" name="コンテンツ プレースホルダー 2">
            <a:extLst>
              <a:ext uri="{FF2B5EF4-FFF2-40B4-BE49-F238E27FC236}">
                <a16:creationId xmlns:a16="http://schemas.microsoft.com/office/drawing/2014/main" id="{96F216EF-8E04-5677-BBB7-99B15B8DBAC3}"/>
              </a:ext>
            </a:extLst>
          </p:cNvPr>
          <p:cNvSpPr>
            <a:spLocks noGrp="1"/>
          </p:cNvSpPr>
          <p:nvPr>
            <p:ph idx="1"/>
          </p:nvPr>
        </p:nvSpPr>
        <p:spPr/>
        <p:txBody>
          <a:bodyPr>
            <a:normAutofit/>
          </a:bodyPr>
          <a:lstStyle/>
          <a:p>
            <a:r>
              <a:rPr kumimoji="1" lang="ja-JP" altLang="en-US" sz="3200"/>
              <a:t>自分たちのやることに「あと何やるんだっけ？」と思うことがあったことがあり、どうにかスケジュールを管理できないかなーと思い、スケジュール管理アプリを作ってみようと思いました。</a:t>
            </a:r>
            <a:endParaRPr kumimoji="1" lang="en-US" altLang="ja-JP" sz="3200"/>
          </a:p>
        </p:txBody>
      </p:sp>
    </p:spTree>
    <p:extLst>
      <p:ext uri="{BB962C8B-B14F-4D97-AF65-F5344CB8AC3E}">
        <p14:creationId xmlns:p14="http://schemas.microsoft.com/office/powerpoint/2010/main" val="3787896347"/>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9ADD8CF-E892-AC20-582E-1F536A800095}"/>
              </a:ext>
            </a:extLst>
          </p:cNvPr>
          <p:cNvSpPr>
            <a:spLocks noGrp="1"/>
          </p:cNvSpPr>
          <p:nvPr>
            <p:ph type="title"/>
          </p:nvPr>
        </p:nvSpPr>
        <p:spPr/>
        <p:txBody>
          <a:bodyPr/>
          <a:lstStyle/>
          <a:p>
            <a:pPr algn="ctr"/>
            <a:r>
              <a:rPr kumimoji="1" lang="ja-JP" altLang="en-US">
                <a:ea typeface="HG明朝B"/>
              </a:rPr>
              <a:t>機能内容</a:t>
            </a:r>
            <a:endParaRPr kumimoji="1" lang="ja-JP" altLang="en-US"/>
          </a:p>
        </p:txBody>
      </p:sp>
      <p:sp>
        <p:nvSpPr>
          <p:cNvPr id="3" name="コンテンツ プレースホルダー 2">
            <a:extLst>
              <a:ext uri="{FF2B5EF4-FFF2-40B4-BE49-F238E27FC236}">
                <a16:creationId xmlns:a16="http://schemas.microsoft.com/office/drawing/2014/main" id="{7ED093E9-794F-5DAA-1BF2-071B3229FF77}"/>
              </a:ext>
            </a:extLst>
          </p:cNvPr>
          <p:cNvSpPr>
            <a:spLocks noGrp="1"/>
          </p:cNvSpPr>
          <p:nvPr>
            <p:ph idx="1"/>
          </p:nvPr>
        </p:nvSpPr>
        <p:spPr/>
        <p:txBody>
          <a:bodyPr vert="horz" lIns="91440" tIns="45720" rIns="91440" bIns="45720" rtlCol="0" anchor="t">
            <a:normAutofit/>
          </a:bodyPr>
          <a:lstStyle/>
          <a:p>
            <a:r>
              <a:rPr lang="ja-JP" sz="2800" b="1">
                <a:ea typeface="+mn-lt"/>
                <a:cs typeface="+mn-lt"/>
              </a:rPr>
              <a:t>スケジュール登録機能</a:t>
            </a:r>
            <a:r>
              <a:rPr lang="ja-JP" sz="2800">
                <a:ea typeface="+mn-lt"/>
                <a:cs typeface="+mn-lt"/>
              </a:rPr>
              <a:t>：日付、開始時間、終了時間、予定タイトル、メモを入力して予定を登録する。</a:t>
            </a:r>
          </a:p>
          <a:p>
            <a:pPr>
              <a:buClr>
                <a:srgbClr val="9E3611"/>
              </a:buClr>
            </a:pPr>
            <a:r>
              <a:rPr lang="ja-JP" altLang="en-US" sz="2800" b="1">
                <a:ea typeface="+mn-lt"/>
                <a:cs typeface="+mn-lt"/>
              </a:rPr>
              <a:t>スケジュール一覧表示機能</a:t>
            </a:r>
            <a:r>
              <a:rPr lang="ja-JP" altLang="en-US" sz="2800">
                <a:ea typeface="+mn-lt"/>
                <a:cs typeface="+mn-lt"/>
              </a:rPr>
              <a:t>：登録された予定を一覧で表示し、日付や時間、内容を確認できる。</a:t>
            </a:r>
          </a:p>
          <a:p>
            <a:pPr>
              <a:buClr>
                <a:srgbClr val="9E3611"/>
              </a:buClr>
            </a:pPr>
            <a:r>
              <a:rPr lang="ja-JP" sz="2800" b="1">
                <a:ea typeface="+mn-lt"/>
                <a:cs typeface="+mn-lt"/>
              </a:rPr>
              <a:t>スケジュール削除機能</a:t>
            </a:r>
            <a:r>
              <a:rPr lang="ja-JP" sz="2800">
                <a:ea typeface="+mn-lt"/>
                <a:cs typeface="+mn-lt"/>
              </a:rPr>
              <a:t>：不要になった予定を削除できる。</a:t>
            </a:r>
            <a:endParaRPr lang="ja-JP" altLang="en-US" sz="2800">
              <a:ea typeface="HG明朝B"/>
            </a:endParaRPr>
          </a:p>
        </p:txBody>
      </p:sp>
    </p:spTree>
    <p:extLst>
      <p:ext uri="{BB962C8B-B14F-4D97-AF65-F5344CB8AC3E}">
        <p14:creationId xmlns:p14="http://schemas.microsoft.com/office/powerpoint/2010/main" val="3407499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0371C-D78A-EAA9-B943-EB667EE4921C}"/>
              </a:ext>
            </a:extLst>
          </p:cNvPr>
          <p:cNvSpPr>
            <a:spLocks noGrp="1"/>
          </p:cNvSpPr>
          <p:nvPr>
            <p:ph type="title"/>
          </p:nvPr>
        </p:nvSpPr>
        <p:spPr/>
        <p:txBody>
          <a:bodyPr/>
          <a:lstStyle/>
          <a:p>
            <a:pPr algn="ctr"/>
            <a:r>
              <a:rPr kumimoji="1" lang="ja-JP" altLang="en-US">
                <a:ea typeface="HG明朝B"/>
              </a:rPr>
              <a:t>作成担当</a:t>
            </a:r>
            <a:endParaRPr kumimoji="1" lang="en-US"/>
          </a:p>
        </p:txBody>
      </p:sp>
      <p:sp>
        <p:nvSpPr>
          <p:cNvPr id="3" name="Content Placeholder 2">
            <a:extLst>
              <a:ext uri="{FF2B5EF4-FFF2-40B4-BE49-F238E27FC236}">
                <a16:creationId xmlns:a16="http://schemas.microsoft.com/office/drawing/2014/main" id="{CD265C0F-5669-C8F9-2F2A-090AD1590D84}"/>
              </a:ext>
            </a:extLst>
          </p:cNvPr>
          <p:cNvSpPr>
            <a:spLocks noGrp="1"/>
          </p:cNvSpPr>
          <p:nvPr>
            <p:ph idx="1"/>
          </p:nvPr>
        </p:nvSpPr>
        <p:spPr/>
        <p:txBody>
          <a:bodyPr vert="horz" lIns="91440" tIns="45720" rIns="91440" bIns="45720" rtlCol="0" anchor="t">
            <a:normAutofit/>
          </a:bodyPr>
          <a:lstStyle/>
          <a:p>
            <a:r>
              <a:rPr kumimoji="1" lang="ja-JP" altLang="en-US">
                <a:ea typeface="HG明朝B"/>
              </a:rPr>
              <a:t>企画書：山澤</a:t>
            </a:r>
            <a:endParaRPr kumimoji="1" lang="en-US" altLang="ja-JP"/>
          </a:p>
          <a:p>
            <a:r>
              <a:rPr kumimoji="1" lang="ja-JP" altLang="en-US">
                <a:ea typeface="HG明朝B"/>
              </a:rPr>
              <a:t>機能一覧：竹田</a:t>
            </a:r>
            <a:endParaRPr kumimoji="1" lang="en-US" altLang="ja-JP"/>
          </a:p>
          <a:p>
            <a:r>
              <a:rPr kumimoji="1" lang="ja-JP" altLang="en-US">
                <a:ea typeface="HG明朝B"/>
              </a:rPr>
              <a:t>画面遷移図：佐渡・吉野</a:t>
            </a:r>
            <a:endParaRPr kumimoji="1" lang="en-US" altLang="ja-JP"/>
          </a:p>
          <a:p>
            <a:r>
              <a:rPr kumimoji="1" lang="ja-JP" altLang="en-US">
                <a:ea typeface="HG明朝B"/>
              </a:rPr>
              <a:t>プログラム:全員</a:t>
            </a:r>
            <a:endParaRPr kumimoji="1" lang="en-US" altLang="ja-JP"/>
          </a:p>
          <a:p>
            <a:r>
              <a:rPr kumimoji="1" lang="ja-JP" altLang="en-US">
                <a:ea typeface="HG明朝B"/>
              </a:rPr>
              <a:t>プレゼン資料：全員</a:t>
            </a:r>
            <a:endParaRPr kumimoji="1" lang="en-US"/>
          </a:p>
        </p:txBody>
      </p:sp>
    </p:spTree>
    <p:extLst>
      <p:ext uri="{BB962C8B-B14F-4D97-AF65-F5344CB8AC3E}">
        <p14:creationId xmlns:p14="http://schemas.microsoft.com/office/powerpoint/2010/main" val="7549517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93372-4F8F-4980-CAD2-61DAA13B60C9}"/>
              </a:ext>
            </a:extLst>
          </p:cNvPr>
          <p:cNvSpPr>
            <a:spLocks noGrp="1"/>
          </p:cNvSpPr>
          <p:nvPr>
            <p:ph type="title"/>
          </p:nvPr>
        </p:nvSpPr>
        <p:spPr>
          <a:xfrm>
            <a:off x="1069848" y="2472458"/>
            <a:ext cx="10058400" cy="1609344"/>
          </a:xfrm>
        </p:spPr>
        <p:txBody>
          <a:bodyPr/>
          <a:lstStyle/>
          <a:p>
            <a:pPr algn="ctr"/>
            <a:r>
              <a:rPr kumimoji="1" lang="ja-JP" altLang="en-US"/>
              <a:t>個々の振り返り</a:t>
            </a:r>
            <a:endParaRPr kumimoji="1" lang="en-US"/>
          </a:p>
        </p:txBody>
      </p:sp>
    </p:spTree>
    <p:extLst>
      <p:ext uri="{BB962C8B-B14F-4D97-AF65-F5344CB8AC3E}">
        <p14:creationId xmlns:p14="http://schemas.microsoft.com/office/powerpoint/2010/main" val="27558732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BDF19-99D1-408B-8649-5F26023AAE7E}"/>
              </a:ext>
            </a:extLst>
          </p:cNvPr>
          <p:cNvSpPr>
            <a:spLocks noGrp="1"/>
          </p:cNvSpPr>
          <p:nvPr>
            <p:ph type="title"/>
          </p:nvPr>
        </p:nvSpPr>
        <p:spPr/>
        <p:txBody>
          <a:bodyPr/>
          <a:lstStyle/>
          <a:p>
            <a:pPr algn="ctr"/>
            <a:r>
              <a:rPr kumimoji="1" lang="ja-JP" altLang="en-US">
                <a:ea typeface="HG明朝B"/>
              </a:rPr>
              <a:t>佐渡　敬介</a:t>
            </a:r>
          </a:p>
        </p:txBody>
      </p:sp>
      <p:sp>
        <p:nvSpPr>
          <p:cNvPr id="3" name="Content Placeholder 2">
            <a:extLst>
              <a:ext uri="{FF2B5EF4-FFF2-40B4-BE49-F238E27FC236}">
                <a16:creationId xmlns:a16="http://schemas.microsoft.com/office/drawing/2014/main" id="{046F653D-7999-044B-B8DB-D6D19B3CA5E6}"/>
              </a:ext>
            </a:extLst>
          </p:cNvPr>
          <p:cNvSpPr>
            <a:spLocks noGrp="1"/>
          </p:cNvSpPr>
          <p:nvPr>
            <p:ph idx="1"/>
          </p:nvPr>
        </p:nvSpPr>
        <p:spPr/>
        <p:txBody>
          <a:bodyPr>
            <a:normAutofit/>
          </a:bodyPr>
          <a:lstStyle/>
          <a:p>
            <a:r>
              <a:rPr kumimoji="1" lang="ja-JP" altLang="en-US" sz="2800"/>
              <a:t>最初はコミュニケーションが上手く取れず、出遅れてしまった。</a:t>
            </a:r>
            <a:endParaRPr kumimoji="1" lang="en-US" altLang="ja-JP" sz="2800"/>
          </a:p>
          <a:p>
            <a:r>
              <a:rPr kumimoji="1" lang="ja-JP" altLang="en-US" sz="2800"/>
              <a:t>画面遷移図を作って作業を早めに進むとだできたことは良かった。</a:t>
            </a:r>
            <a:endParaRPr kumimoji="1" lang="en-US" altLang="ja-JP" sz="2800"/>
          </a:p>
          <a:p>
            <a:r>
              <a:rPr kumimoji="1" lang="ja-JP" altLang="en-US" sz="2800"/>
              <a:t>自分が技術不足な点があったから次回以降は効率よく正確に進めていきたい。</a:t>
            </a:r>
            <a:endParaRPr kumimoji="1" lang="en-US" altLang="ja-JP" sz="2800"/>
          </a:p>
          <a:p>
            <a:endParaRPr kumimoji="1" lang="en-US" sz="2800"/>
          </a:p>
        </p:txBody>
      </p:sp>
    </p:spTree>
    <p:extLst>
      <p:ext uri="{BB962C8B-B14F-4D97-AF65-F5344CB8AC3E}">
        <p14:creationId xmlns:p14="http://schemas.microsoft.com/office/powerpoint/2010/main" val="2629610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900" decel="100000" fill="hold"/>
                                        <p:tgtEl>
                                          <p:spTgt spid="3">
                                            <p:txEl>
                                              <p:pRg st="0" end="0"/>
                                            </p:txEl>
                                          </p:spTgt>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3">
                                            <p:txEl>
                                              <p:pRg st="0" end="0"/>
                                            </p:txEl>
                                          </p:spTgt>
                                        </p:tgtEl>
                                        <p:attrNameLst>
                                          <p:attrName>ppt_y</p:attrName>
                                        </p:attrNameLst>
                                      </p:cBhvr>
                                      <p:tavLst>
                                        <p:tav tm="0">
                                          <p:val>
                                            <p:strVal val="#ppt_y-.03"/>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37"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1000"/>
                                        <p:tgtEl>
                                          <p:spTgt spid="3">
                                            <p:txEl>
                                              <p:pRg st="1" end="1"/>
                                            </p:txEl>
                                          </p:spTgt>
                                        </p:tgtEl>
                                      </p:cBhvr>
                                    </p:animEffect>
                                    <p:anim calcmode="lin" valueType="num">
                                      <p:cBhvr>
                                        <p:cTn id="16"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7" dur="900" decel="100000" fill="hold"/>
                                        <p:tgtEl>
                                          <p:spTgt spid="3">
                                            <p:txEl>
                                              <p:pRg st="1" end="1"/>
                                            </p:txEl>
                                          </p:spTgt>
                                        </p:tgtEl>
                                        <p:attrNameLst>
                                          <p:attrName>ppt_y</p:attrName>
                                        </p:attrNameLst>
                                      </p:cBhvr>
                                      <p:tavLst>
                                        <p:tav tm="0">
                                          <p:val>
                                            <p:strVal val="#ppt_y+1"/>
                                          </p:val>
                                        </p:tav>
                                        <p:tav tm="100000">
                                          <p:val>
                                            <p:strVal val="#ppt_y-.03"/>
                                          </p:val>
                                        </p:tav>
                                      </p:tavLst>
                                    </p:anim>
                                    <p:anim calcmode="lin" valueType="num">
                                      <p:cBhvr>
                                        <p:cTn id="18" dur="100" accel="100000" fill="hold">
                                          <p:stCondLst>
                                            <p:cond delay="900"/>
                                          </p:stCondLst>
                                        </p:cTn>
                                        <p:tgtEl>
                                          <p:spTgt spid="3">
                                            <p:txEl>
                                              <p:pRg st="1" end="1"/>
                                            </p:txEl>
                                          </p:spTgt>
                                        </p:tgtEl>
                                        <p:attrNameLst>
                                          <p:attrName>ppt_y</p:attrName>
                                        </p:attrNameLst>
                                      </p:cBhvr>
                                      <p:tavLst>
                                        <p:tav tm="0">
                                          <p:val>
                                            <p:strVal val="#ppt_y-.03"/>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7" presetClass="entr" presetSubtype="0"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fade">
                                      <p:cBhvr>
                                        <p:cTn id="23" dur="1000"/>
                                        <p:tgtEl>
                                          <p:spTgt spid="3">
                                            <p:txEl>
                                              <p:pRg st="2" end="2"/>
                                            </p:txEl>
                                          </p:spTgt>
                                        </p:tgtEl>
                                      </p:cBhvr>
                                    </p:animEffect>
                                    <p:anim calcmode="lin" valueType="num">
                                      <p:cBhvr>
                                        <p:cTn id="24"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5" dur="900" decel="100000" fill="hold"/>
                                        <p:tgtEl>
                                          <p:spTgt spid="3">
                                            <p:txEl>
                                              <p:pRg st="2" end="2"/>
                                            </p:txEl>
                                          </p:spTgt>
                                        </p:tgtEl>
                                        <p:attrNameLst>
                                          <p:attrName>ppt_y</p:attrName>
                                        </p:attrNameLst>
                                      </p:cBhvr>
                                      <p:tavLst>
                                        <p:tav tm="0">
                                          <p:val>
                                            <p:strVal val="#ppt_y+1"/>
                                          </p:val>
                                        </p:tav>
                                        <p:tav tm="100000">
                                          <p:val>
                                            <p:strVal val="#ppt_y-.03"/>
                                          </p:val>
                                        </p:tav>
                                      </p:tavLst>
                                    </p:anim>
                                    <p:anim calcmode="lin" valueType="num">
                                      <p:cBhvr>
                                        <p:cTn id="26" dur="100" accel="100000" fill="hold">
                                          <p:stCondLst>
                                            <p:cond delay="900"/>
                                          </p:stCondLst>
                                        </p:cTn>
                                        <p:tgtEl>
                                          <p:spTgt spid="3">
                                            <p:txEl>
                                              <p:pRg st="2" end="2"/>
                                            </p:txEl>
                                          </p:spTgt>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0F305-FB39-064F-FED2-65979DA72E5C}"/>
              </a:ext>
            </a:extLst>
          </p:cNvPr>
          <p:cNvSpPr>
            <a:spLocks noGrp="1"/>
          </p:cNvSpPr>
          <p:nvPr>
            <p:ph type="title"/>
          </p:nvPr>
        </p:nvSpPr>
        <p:spPr/>
        <p:txBody>
          <a:bodyPr/>
          <a:lstStyle/>
          <a:p>
            <a:pPr algn="ctr"/>
            <a:r>
              <a:rPr kumimoji="1" lang="ja-JP" altLang="en-US">
                <a:latin typeface="Rockwell Condensed"/>
                <a:ea typeface="HG明朝B"/>
              </a:rPr>
              <a:t>竹田 智基</a:t>
            </a:r>
          </a:p>
        </p:txBody>
      </p:sp>
      <p:sp>
        <p:nvSpPr>
          <p:cNvPr id="3" name="Content Placeholder 2">
            <a:extLst>
              <a:ext uri="{FF2B5EF4-FFF2-40B4-BE49-F238E27FC236}">
                <a16:creationId xmlns:a16="http://schemas.microsoft.com/office/drawing/2014/main" id="{11839682-8F9C-3541-0F65-DC4F47F237F8}"/>
              </a:ext>
            </a:extLst>
          </p:cNvPr>
          <p:cNvSpPr>
            <a:spLocks noGrp="1"/>
          </p:cNvSpPr>
          <p:nvPr>
            <p:ph idx="1"/>
          </p:nvPr>
        </p:nvSpPr>
        <p:spPr/>
        <p:txBody>
          <a:bodyPr vert="horz" lIns="91440" tIns="45720" rIns="91440" bIns="45720" rtlCol="0" anchor="t">
            <a:normAutofit/>
          </a:bodyPr>
          <a:lstStyle/>
          <a:p>
            <a:r>
              <a:rPr lang="en-US" altLang="ja-JP" sz="2800" err="1">
                <a:ea typeface="+mn-lt"/>
                <a:cs typeface="+mn-lt"/>
              </a:rPr>
              <a:t>Gitの使い方に慣れるのに時間がかかり、スムーズにいかなかった</a:t>
            </a:r>
          </a:p>
          <a:p>
            <a:pPr>
              <a:buClr>
                <a:srgbClr val="9E3611"/>
              </a:buClr>
            </a:pPr>
            <a:r>
              <a:rPr lang="ja-JP" altLang="en-US" sz="2800">
                <a:ea typeface="+mn-lt"/>
                <a:cs typeface="+mn-lt"/>
              </a:rPr>
              <a:t>メンバーとコミュニケーションは円滑に取れたからよかった</a:t>
            </a:r>
          </a:p>
          <a:p>
            <a:pPr>
              <a:buClr>
                <a:srgbClr val="9E3611"/>
              </a:buClr>
            </a:pPr>
            <a:r>
              <a:rPr lang="ja-JP" altLang="en-US" sz="2800">
                <a:ea typeface="+mn-lt"/>
                <a:cs typeface="+mn-lt"/>
              </a:rPr>
              <a:t>役割分担があいまいだったり細かい話し合いをもっと重ねられたらよかった</a:t>
            </a:r>
          </a:p>
        </p:txBody>
      </p:sp>
    </p:spTree>
    <p:extLst>
      <p:ext uri="{BB962C8B-B14F-4D97-AF65-F5344CB8AC3E}">
        <p14:creationId xmlns:p14="http://schemas.microsoft.com/office/powerpoint/2010/main" val="31126780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9F01E-8D41-97E7-04C9-CBD07244FAA4}"/>
              </a:ext>
            </a:extLst>
          </p:cNvPr>
          <p:cNvSpPr>
            <a:spLocks noGrp="1"/>
          </p:cNvSpPr>
          <p:nvPr>
            <p:ph type="title"/>
          </p:nvPr>
        </p:nvSpPr>
        <p:spPr/>
        <p:txBody>
          <a:bodyPr/>
          <a:lstStyle/>
          <a:p>
            <a:pPr algn="ctr"/>
            <a:r>
              <a:rPr kumimoji="1" lang="ja-JP" altLang="en-US">
                <a:ea typeface="HG明朝B"/>
              </a:rPr>
              <a:t>山澤 来翔</a:t>
            </a:r>
          </a:p>
        </p:txBody>
      </p:sp>
      <p:sp>
        <p:nvSpPr>
          <p:cNvPr id="3" name="Content Placeholder 2">
            <a:extLst>
              <a:ext uri="{FF2B5EF4-FFF2-40B4-BE49-F238E27FC236}">
                <a16:creationId xmlns:a16="http://schemas.microsoft.com/office/drawing/2014/main" id="{B1893F68-36D8-216E-628E-61D0ADD14F89}"/>
              </a:ext>
            </a:extLst>
          </p:cNvPr>
          <p:cNvSpPr>
            <a:spLocks noGrp="1"/>
          </p:cNvSpPr>
          <p:nvPr>
            <p:ph idx="1"/>
          </p:nvPr>
        </p:nvSpPr>
        <p:spPr/>
        <p:txBody>
          <a:bodyPr vert="horz" lIns="91440" tIns="45720" rIns="91440" bIns="45720" rtlCol="0" anchor="t">
            <a:normAutofit/>
          </a:bodyPr>
          <a:lstStyle/>
          <a:p>
            <a:pPr>
              <a:buClr>
                <a:srgbClr val="9E3611"/>
              </a:buClr>
            </a:pPr>
            <a:r>
              <a:rPr lang="ja-JP" sz="2800">
                <a:ea typeface="+mn-lt"/>
                <a:cs typeface="+mn-lt"/>
              </a:rPr>
              <a:t>コミュニケーションを取るのが得意ではなく、作業の共有に時間がかかってしまった。</a:t>
            </a:r>
            <a:endParaRPr lang="en-US" altLang="ja-JP">
              <a:ea typeface="HG明朝B" panose="02020809000000000000" pitchFamily="17" charset="-128"/>
            </a:endParaRPr>
          </a:p>
          <a:p>
            <a:pPr>
              <a:buClr>
                <a:srgbClr val="9E3611"/>
              </a:buClr>
            </a:pPr>
            <a:r>
              <a:rPr lang="ja-JP" sz="2800">
                <a:ea typeface="+mn-lt"/>
                <a:cs typeface="+mn-lt"/>
              </a:rPr>
              <a:t>その結果、作業が遅れる場面もあったため、早めに相談することの重要性を感じ</a:t>
            </a:r>
            <a:r>
              <a:rPr lang="ja-JP" altLang="en-US" sz="2800">
                <a:ea typeface="+mn-lt"/>
                <a:cs typeface="+mn-lt"/>
              </a:rPr>
              <a:t>ました。</a:t>
            </a:r>
            <a:endParaRPr lang="ja-JP" sz="2800">
              <a:ea typeface="HG明朝B"/>
            </a:endParaRPr>
          </a:p>
          <a:p>
            <a:pPr>
              <a:buClr>
                <a:srgbClr val="9E3611"/>
              </a:buClr>
            </a:pPr>
            <a:r>
              <a:rPr lang="ja-JP" sz="2800">
                <a:ea typeface="+mn-lt"/>
                <a:cs typeface="+mn-lt"/>
              </a:rPr>
              <a:t>次回は、積極的に報告・連絡・相談を行い、円滑に進めたい</a:t>
            </a:r>
            <a:r>
              <a:rPr lang="ja-JP" altLang="en-US" sz="2800">
                <a:ea typeface="+mn-lt"/>
                <a:cs typeface="+mn-lt"/>
              </a:rPr>
              <a:t>です。</a:t>
            </a:r>
            <a:endParaRPr lang="ja-JP" altLang="en-US" sz="2800">
              <a:ea typeface="HG明朝B"/>
            </a:endParaRPr>
          </a:p>
          <a:p>
            <a:pPr>
              <a:buClr>
                <a:srgbClr val="9E3611"/>
              </a:buClr>
            </a:pPr>
            <a:endParaRPr lang="ja-JP" altLang="en-US">
              <a:ea typeface="HG明朝B"/>
            </a:endParaRPr>
          </a:p>
          <a:p>
            <a:pPr>
              <a:buClr>
                <a:srgbClr val="9E3611"/>
              </a:buClr>
            </a:pPr>
            <a:endParaRPr lang="ja-JP" altLang="en-US">
              <a:ea typeface="HG明朝B"/>
            </a:endParaRPr>
          </a:p>
          <a:p>
            <a:pPr>
              <a:buClr>
                <a:srgbClr val="9E3611"/>
              </a:buClr>
            </a:pPr>
            <a:endParaRPr lang="ja-JP" altLang="en-US">
              <a:ea typeface="HG明朝B"/>
            </a:endParaRPr>
          </a:p>
        </p:txBody>
      </p:sp>
    </p:spTree>
    <p:extLst>
      <p:ext uri="{BB962C8B-B14F-4D97-AF65-F5344CB8AC3E}">
        <p14:creationId xmlns:p14="http://schemas.microsoft.com/office/powerpoint/2010/main" val="27511855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09D5E-DAB5-9992-786C-31BE8C51957D}"/>
              </a:ext>
            </a:extLst>
          </p:cNvPr>
          <p:cNvSpPr>
            <a:spLocks noGrp="1"/>
          </p:cNvSpPr>
          <p:nvPr>
            <p:ph type="title"/>
          </p:nvPr>
        </p:nvSpPr>
        <p:spPr/>
        <p:txBody>
          <a:bodyPr/>
          <a:lstStyle/>
          <a:p>
            <a:pPr algn="ctr"/>
            <a:r>
              <a:rPr kumimoji="1" lang="ja-JP" altLang="en-US">
                <a:ea typeface="HG明朝B"/>
              </a:rPr>
              <a:t>吉野​ 航矢</a:t>
            </a:r>
          </a:p>
        </p:txBody>
      </p:sp>
      <p:sp>
        <p:nvSpPr>
          <p:cNvPr id="3" name="Content Placeholder 2">
            <a:extLst>
              <a:ext uri="{FF2B5EF4-FFF2-40B4-BE49-F238E27FC236}">
                <a16:creationId xmlns:a16="http://schemas.microsoft.com/office/drawing/2014/main" id="{7EEA007C-2774-036C-F279-3942B102D45A}"/>
              </a:ext>
            </a:extLst>
          </p:cNvPr>
          <p:cNvSpPr>
            <a:spLocks noGrp="1"/>
          </p:cNvSpPr>
          <p:nvPr>
            <p:ph idx="1"/>
          </p:nvPr>
        </p:nvSpPr>
        <p:spPr/>
        <p:txBody>
          <a:bodyPr vert="horz" lIns="91440" tIns="45720" rIns="91440" bIns="45720" rtlCol="0" anchor="t">
            <a:normAutofit/>
          </a:bodyPr>
          <a:lstStyle/>
          <a:p>
            <a:pPr>
              <a:buClr>
                <a:srgbClr val="9E3611"/>
              </a:buClr>
            </a:pPr>
            <a:r>
              <a:rPr lang="ja-JP" altLang="en-US" sz="2800">
                <a:ea typeface="HG明朝B"/>
              </a:rPr>
              <a:t>Gitの使い方がわからなくても使い方を教えてもらいながら作業することができた。</a:t>
            </a:r>
          </a:p>
          <a:p>
            <a:pPr>
              <a:buClr>
                <a:srgbClr val="9E3611"/>
              </a:buClr>
            </a:pPr>
            <a:r>
              <a:rPr lang="ja-JP" altLang="en-US" sz="2800">
                <a:ea typeface="HG明朝B"/>
              </a:rPr>
              <a:t>画面遷移図は初めてだったため正解がわからなかったが、相談しながらうまく作れたと思う。</a:t>
            </a:r>
          </a:p>
          <a:p>
            <a:pPr>
              <a:buClr>
                <a:srgbClr val="9E3611"/>
              </a:buClr>
            </a:pPr>
            <a:endParaRPr lang="ja-JP" altLang="en-US" sz="2800">
              <a:ea typeface="HG明朝B"/>
            </a:endParaRPr>
          </a:p>
          <a:p>
            <a:pPr>
              <a:buClr>
                <a:srgbClr val="9E3611"/>
              </a:buClr>
            </a:pPr>
            <a:endParaRPr lang="ja-JP" altLang="en-US" sz="2800">
              <a:ea typeface="HG明朝B"/>
            </a:endParaRPr>
          </a:p>
          <a:p>
            <a:pPr>
              <a:buClr>
                <a:srgbClr val="9E3611"/>
              </a:buClr>
            </a:pPr>
            <a:endParaRPr lang="ja-JP" altLang="en-US" sz="2800">
              <a:ea typeface="HG明朝B"/>
            </a:endParaRPr>
          </a:p>
          <a:p>
            <a:pPr>
              <a:buClr>
                <a:srgbClr val="9E3611"/>
              </a:buClr>
            </a:pPr>
            <a:endParaRPr lang="ja-JP" altLang="en-US" sz="2800">
              <a:ea typeface="HG明朝B"/>
            </a:endParaRPr>
          </a:p>
        </p:txBody>
      </p:sp>
    </p:spTree>
    <p:extLst>
      <p:ext uri="{BB962C8B-B14F-4D97-AF65-F5344CB8AC3E}">
        <p14:creationId xmlns:p14="http://schemas.microsoft.com/office/powerpoint/2010/main" val="12529197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47123-015D-252A-10C3-1432F7BEE90E}"/>
              </a:ext>
            </a:extLst>
          </p:cNvPr>
          <p:cNvSpPr>
            <a:spLocks noGrp="1"/>
          </p:cNvSpPr>
          <p:nvPr>
            <p:ph type="ctrTitle" idx="4294967295"/>
          </p:nvPr>
        </p:nvSpPr>
        <p:spPr>
          <a:xfrm>
            <a:off x="620889" y="1714147"/>
            <a:ext cx="10943617" cy="3036888"/>
          </a:xfrm>
        </p:spPr>
        <p:txBody>
          <a:bodyPr>
            <a:normAutofit/>
          </a:bodyPr>
          <a:lstStyle/>
          <a:p>
            <a:pPr algn="ctr"/>
            <a:r>
              <a:rPr kumimoji="1" lang="ja-JP" altLang="en-US" sz="8000"/>
              <a:t>質疑応答</a:t>
            </a:r>
            <a:endParaRPr kumimoji="1" lang="en-US" sz="8000"/>
          </a:p>
        </p:txBody>
      </p:sp>
    </p:spTree>
    <p:extLst>
      <p:ext uri="{BB962C8B-B14F-4D97-AF65-F5344CB8AC3E}">
        <p14:creationId xmlns:p14="http://schemas.microsoft.com/office/powerpoint/2010/main" val="2039483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35268-53E4-D058-FBC5-1100EA95FE33}"/>
              </a:ext>
            </a:extLst>
          </p:cNvPr>
          <p:cNvSpPr>
            <a:spLocks noGrp="1"/>
          </p:cNvSpPr>
          <p:nvPr>
            <p:ph type="title" idx="4294967295"/>
          </p:nvPr>
        </p:nvSpPr>
        <p:spPr>
          <a:xfrm>
            <a:off x="1066800" y="2624137"/>
            <a:ext cx="10058400" cy="1609725"/>
          </a:xfrm>
        </p:spPr>
        <p:txBody>
          <a:bodyPr/>
          <a:lstStyle/>
          <a:p>
            <a:pPr algn="ctr"/>
            <a:r>
              <a:rPr kumimoji="1" lang="en-US">
                <a:ea typeface="+mj-lt"/>
                <a:cs typeface="+mj-lt"/>
              </a:rPr>
              <a:t>See you next time.</a:t>
            </a:r>
            <a:endParaRPr kumimoji="1" lang="en-US"/>
          </a:p>
        </p:txBody>
      </p:sp>
    </p:spTree>
    <p:extLst>
      <p:ext uri="{BB962C8B-B14F-4D97-AF65-F5344CB8AC3E}">
        <p14:creationId xmlns:p14="http://schemas.microsoft.com/office/powerpoint/2010/main" val="185445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grpId="0" nodeType="clickEffect">
                                  <p:stCondLst>
                                    <p:cond delay="0"/>
                                  </p:stCondLst>
                                  <p:childTnLst>
                                    <p:animRot by="43200000">
                                      <p:cBhvr>
                                        <p:cTn id="6" dur="2000" fill="hold"/>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B7C516133950764AB5B43AAA3627279B" ma:contentTypeVersion="3" ma:contentTypeDescription="新しいドキュメントを作成します。" ma:contentTypeScope="" ma:versionID="3983e64c9f418d5c88e2e56acc5acacc">
  <xsd:schema xmlns:xsd="http://www.w3.org/2001/XMLSchema" xmlns:xs="http://www.w3.org/2001/XMLSchema" xmlns:p="http://schemas.microsoft.com/office/2006/metadata/properties" xmlns:ns2="71c9bc44-12c7-43ad-8370-288f35398788" targetNamespace="http://schemas.microsoft.com/office/2006/metadata/properties" ma:root="true" ma:fieldsID="de6f07193263441171dd076aa04edf87" ns2:_="">
    <xsd:import namespace="71c9bc44-12c7-43ad-8370-288f35398788"/>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c9bc44-12c7-43ad-8370-288f3539878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97A6C9D-749F-4875-8D4B-335ED15D84B3}">
  <ds:schemaRefs>
    <ds:schemaRef ds:uri="71c9bc44-12c7-43ad-8370-288f35398788"/>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83109514-6BB3-4C98-94F4-F6743C0C58BD}">
  <ds:schemaRefs>
    <ds:schemaRef ds:uri="71c9bc44-12c7-43ad-8370-288f3539878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2DA99F7F-CE90-40C1-9899-401E3C37162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11</Slides>
  <Notes>0</Notes>
  <HiddenSlides>0</HiddenSlide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Wood Type</vt:lpstr>
      <vt:lpstr>スケジュール管理</vt:lpstr>
      <vt:lpstr>作成理由</vt:lpstr>
      <vt:lpstr>機能内容</vt:lpstr>
      <vt:lpstr>作成担当</vt:lpstr>
      <vt:lpstr>個々の振り返り</vt:lpstr>
      <vt:lpstr>佐渡　敬介</vt:lpstr>
      <vt:lpstr>竹田 智基</vt:lpstr>
      <vt:lpstr>山澤 来翔</vt:lpstr>
      <vt:lpstr>吉野​ 航矢</vt:lpstr>
      <vt:lpstr>質疑応答</vt:lpstr>
      <vt:lpstr>See you next time.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山澤 来翔</dc:creator>
  <cp:revision>1</cp:revision>
  <dcterms:created xsi:type="dcterms:W3CDTF">2026-01-21T04:27:33Z</dcterms:created>
  <dcterms:modified xsi:type="dcterms:W3CDTF">2026-01-28T06:49:07Z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0x010100B7C516133950764AB5B43AAA3627279B</vt:lpwstr>
  </property>
</Properties>
</file>