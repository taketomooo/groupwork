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99BAB2-540F-E10D-5D84-7387E0C57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AD1396E-F245-5720-87F6-3147C72BE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ACB142-8766-6739-DF9A-7B52DFF62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734C-F73F-48DB-8B0E-A1E7AD0B0600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E52A72-1AAA-5CF4-EF5C-0341EF77C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80784D-173D-3D19-BE1C-DE2A82A0E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2990-AFD3-47A9-9B04-C5E7B337EB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4506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2113B7-DD84-91A4-E498-9B3FDCCBF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710AA1-3911-26E4-F6DB-BCB671564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E2C3C0-1320-96BB-6ED8-F70CCBCA9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734C-F73F-48DB-8B0E-A1E7AD0B0600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9AAC5E-8110-5B9E-02FB-8ABCB34B0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31E7C9-25A7-711F-D8FD-F1A44B26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2990-AFD3-47A9-9B04-C5E7B337EB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220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D2EE01-3412-764E-22E5-36FE8945B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4DA964-6289-6AB5-FBB5-504B08515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6D87C0-373F-81D7-35D2-E65812BD2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734C-F73F-48DB-8B0E-A1E7AD0B0600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8E4AC0-6E69-8704-935F-1B91D3452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B8BBE0-7954-91A1-4B78-AB4993614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2990-AFD3-47A9-9B04-C5E7B337EB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273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93C7CE-47ED-4404-A296-D0D44A93A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6C8472-3A53-B93C-C3D9-98C9ECCFB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BE93805-E3BE-FBD5-C076-129A2A466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982F6E-47EE-FB15-4666-3C9290FC6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734C-F73F-48DB-8B0E-A1E7AD0B0600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72D12D-28A1-BE93-D6B1-59E328E77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D290C54-2EE5-F383-B74E-97E75B13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2990-AFD3-47A9-9B04-C5E7B337EB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9759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7C2FAB-A8D1-D951-9870-B67BE60AC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53E744-0BF6-D8E5-957B-84C5AF200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8A233D9-5B1B-FB83-173A-41B960831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391707D-0490-F968-53B3-D53B2D7269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5F793C9-8F8F-C42C-7C02-BA519061F2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77055B7-5FEC-BAF9-845C-591FC774D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734C-F73F-48DB-8B0E-A1E7AD0B0600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7152CC0-9807-0058-0D64-B3EC1BF8C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5C1A866-D062-F272-DCA4-964DC343B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2990-AFD3-47A9-9B04-C5E7B337EB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8837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91789D-D319-C681-116C-FE8DFF325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E9CB5DC-4B18-322D-B60B-5F0A57A64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734C-F73F-48DB-8B0E-A1E7AD0B0600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47E0D81-8D0D-6CD8-EEE9-6296D3463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B37F879-0658-3C51-8BAE-122CFB9AD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2990-AFD3-47A9-9B04-C5E7B337EB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5091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357E5A1-BC9A-8E90-0CBA-D7ED678E3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734C-F73F-48DB-8B0E-A1E7AD0B0600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380282E-D488-4EE2-9CCE-C357B0EE2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3237AC-4705-E539-B213-09537D8EA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2990-AFD3-47A9-9B04-C5E7B337EB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2865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A65A07-5F0F-53FD-5E4E-56263E58E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48B628-D96C-8379-8100-E369E5883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E959157-44B6-E6E9-8752-3CB98E038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9B3933F-5D41-5A53-B046-694D4288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734C-F73F-48DB-8B0E-A1E7AD0B0600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AF8D3D1-95AA-351A-10A8-23FDA5331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05CA3E-4756-CE22-0192-C23055FBE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2990-AFD3-47A9-9B04-C5E7B337EB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574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BFB182-9CE0-453A-F0CC-CC09858D7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2689813-3E04-EF5A-2EEA-EF72F75C29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CAB3E2B-8AFC-7031-196B-CCC3F0380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6692F59-DE91-BE0D-EE2F-5CB17C93B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734C-F73F-48DB-8B0E-A1E7AD0B0600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02244BB-8EE0-0688-57AA-7B4D32B94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21C664-F672-ECCB-051D-E894D33EB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2990-AFD3-47A9-9B04-C5E7B337EB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4260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25E846-5B6E-0E5F-6FBD-613BB01F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FFC2C3E-4FCA-3497-D341-5FC4316A3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0E0441-5E3C-F825-1A4C-D1B6EDACC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734C-F73F-48DB-8B0E-A1E7AD0B0600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C285E1-2A3A-8FB4-3C42-AB61DA943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17A03A-A6AC-C4CB-E624-462B96118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2990-AFD3-47A9-9B04-C5E7B337EB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4101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058EB35-C6D9-58A2-6B82-D9B413788F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B379DDF-C761-8B36-91DB-BF9311291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40A2A2-F4A1-D41C-FC89-B05F87729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734C-F73F-48DB-8B0E-A1E7AD0B0600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00470B-7034-6C96-5435-8FDCCF37A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5ECF25-2F74-A2C8-7312-CF76B11C9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2990-AFD3-47A9-9B04-C5E7B337EB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1586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BADF11A-5836-3852-53BD-26A380FA6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C59BC3-D124-E85C-80D8-BCBEC4996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20985B-B464-9BB1-7F6B-9C0C6F93D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57734C-F73F-48DB-8B0E-A1E7AD0B0600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91C38D-0C71-5B89-6386-3C467198C9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38FB11-16C5-1ACA-F628-C68247072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B92990-AFD3-47A9-9B04-C5E7B337EB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656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C99F34-EB14-F343-B800-936DEC531C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スケジュール管理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E71CAEF-60D3-9880-A487-D3A277771E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佐渡・竹田・山澤・吉野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26911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スケジュール管理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山澤 来翔</dc:creator>
  <cp:lastModifiedBy>山澤 来翔</cp:lastModifiedBy>
  <cp:revision>1</cp:revision>
  <dcterms:created xsi:type="dcterms:W3CDTF">2026-01-21T04:27:33Z</dcterms:created>
  <dcterms:modified xsi:type="dcterms:W3CDTF">2026-01-21T04:29:52Z</dcterms:modified>
</cp:coreProperties>
</file>