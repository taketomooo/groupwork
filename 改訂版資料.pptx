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72" r:id="rId6"/>
    <p:sldId id="273" r:id="rId7"/>
    <p:sldId id="257" r:id="rId8"/>
    <p:sldId id="258" r:id="rId9"/>
    <p:sldId id="259" r:id="rId10"/>
    <p:sldId id="264" r:id="rId11"/>
    <p:sldId id="260" r:id="rId12"/>
    <p:sldId id="261" r:id="rId13"/>
    <p:sldId id="262" r:id="rId14"/>
    <p:sldId id="263" r:id="rId15"/>
    <p:sldId id="265" r:id="rId16"/>
    <p:sldId id="271"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7C9D8E-C9F8-520E-EF57-BE1A6A61F1AB}" v="59" dt="2026-01-28T06:37:20.485"/>
    <p1510:client id="{8B904CD1-6FD1-7C21-812E-D840003179F6}" v="120" dt="2026-01-28T06:20:06.557"/>
    <p1510:client id="{A5ECB162-0FEF-48AA-9ADE-75985E14847F}" v="1033" dt="2026-01-28T06:33:57.389"/>
    <p1510:client id="{ACA2D808-1FE5-0CF7-1911-DA6C0365E14A}" v="13" dt="2026-01-28T06:48:01.283"/>
    <p1510:client id="{BFC39DB6-B307-687C-AE09-795037898D3A}" v="81" dt="2026-01-28T06:49:04.1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09" autoAdjust="0"/>
    <p:restoredTop sz="94660"/>
  </p:normalViewPr>
  <p:slideViewPr>
    <p:cSldViewPr snapToGrid="0">
      <p:cViewPr varScale="1">
        <p:scale>
          <a:sx n="57" d="100"/>
          <a:sy n="57" d="100"/>
        </p:scale>
        <p:origin x="86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ja-JP" altLang="en-US"/>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ja-JP" altLang="en-US"/>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83284890-85D2-4D7B-8EF5-15A9C1DB8F42}" type="datetimeFigureOut">
              <a:rPr lang="en-US" dirty="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a:p>
        </p:txBody>
      </p:sp>
    </p:spTree>
    <p:extLst>
      <p:ext uri="{BB962C8B-B14F-4D97-AF65-F5344CB8AC3E}">
        <p14:creationId xmlns:p14="http://schemas.microsoft.com/office/powerpoint/2010/main" val="1519955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F5661D-6934-4B32-B92C-470368BF1EC6}" type="datetimeFigureOut">
              <a:rPr lang="en-US" dirty="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4252929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2/12/2026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a:p>
        </p:txBody>
      </p:sp>
    </p:spTree>
    <p:extLst>
      <p:ext uri="{BB962C8B-B14F-4D97-AF65-F5344CB8AC3E}">
        <p14:creationId xmlns:p14="http://schemas.microsoft.com/office/powerpoint/2010/main" val="3585758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548D31E-DCDA-41A7-9C67-C4B11B94D21D}" type="datetimeFigureOut">
              <a:rPr lang="en-US" dirty="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788458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B3762C0-B258-48F1-ADE6-176B4174CCDD}" type="datetimeFigureOut">
              <a:rPr lang="en-US" dirty="0"/>
              <a:t>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205563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77919A6-33EB-49BD-A62F-1FA56B9F9712}" type="datetimeFigureOut">
              <a:rPr lang="en-US" dirty="0"/>
              <a:t>2/12/2026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585890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4233603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2/12/2026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42291228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2/12/2026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93444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157CC2-0FC8-4686-B024-99790E0F5162}" type="datetimeFigureOut">
              <a:rPr lang="en-US" dirty="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252882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6764DA5-CD3D-4590-A511-FCD3BC7A793E}" type="datetimeFigureOut">
              <a:rPr lang="en-US" dirty="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384633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2/12/2026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ja-JP" altLang="en-US"/>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ja-JP" altLang="en-US"/>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18219226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C99F34-EB14-F343-B800-936DEC531C78}"/>
              </a:ext>
            </a:extLst>
          </p:cNvPr>
          <p:cNvSpPr>
            <a:spLocks noGrp="1"/>
          </p:cNvSpPr>
          <p:nvPr>
            <p:ph type="ctrTitle"/>
          </p:nvPr>
        </p:nvSpPr>
        <p:spPr/>
        <p:txBody>
          <a:bodyPr/>
          <a:lstStyle/>
          <a:p>
            <a:r>
              <a:rPr lang="ja-JP" altLang="en-US"/>
              <a:t>スケジュール管理</a:t>
            </a:r>
            <a:endParaRPr kumimoji="1" lang="ja-JP" altLang="en-US"/>
          </a:p>
        </p:txBody>
      </p:sp>
      <p:sp>
        <p:nvSpPr>
          <p:cNvPr id="3" name="字幕 2">
            <a:extLst>
              <a:ext uri="{FF2B5EF4-FFF2-40B4-BE49-F238E27FC236}">
                <a16:creationId xmlns:a16="http://schemas.microsoft.com/office/drawing/2014/main" id="{2E71CAEF-60D3-9880-A487-D3A277771EB0}"/>
              </a:ext>
            </a:extLst>
          </p:cNvPr>
          <p:cNvSpPr>
            <a:spLocks noGrp="1"/>
          </p:cNvSpPr>
          <p:nvPr>
            <p:ph type="subTitle" idx="1"/>
          </p:nvPr>
        </p:nvSpPr>
        <p:spPr/>
        <p:txBody>
          <a:bodyPr vert="horz" lIns="91440" tIns="45720" rIns="91440" bIns="45720" rtlCol="0" anchor="t">
            <a:normAutofit/>
          </a:bodyPr>
          <a:lstStyle/>
          <a:p>
            <a:pPr algn="ctr"/>
            <a:r>
              <a:rPr kumimoji="1" lang="ja-JP" altLang="en-US"/>
              <a:t>佐渡・竹田・山澤・吉野</a:t>
            </a:r>
            <a:endParaRPr lang="en-US" altLang="ja-JP"/>
          </a:p>
        </p:txBody>
      </p:sp>
    </p:spTree>
    <p:extLst>
      <p:ext uri="{BB962C8B-B14F-4D97-AF65-F5344CB8AC3E}">
        <p14:creationId xmlns:p14="http://schemas.microsoft.com/office/powerpoint/2010/main" val="3826911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407F1A-EF77-C059-7B3D-E048223C1481}"/>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F7D2F3C1-9998-9387-9BEA-681B1DB9D2C3}"/>
              </a:ext>
            </a:extLst>
          </p:cNvPr>
          <p:cNvSpPr>
            <a:spLocks noGrp="1"/>
          </p:cNvSpPr>
          <p:nvPr>
            <p:ph idx="1"/>
          </p:nvPr>
        </p:nvSpPr>
        <p:spPr/>
        <p:txBody>
          <a:bodyPr>
            <a:normAutofit/>
          </a:bodyPr>
          <a:lstStyle/>
          <a:p>
            <a:r>
              <a:rPr kumimoji="1" lang="ja-JP" altLang="en-US" sz="3200" dirty="0"/>
              <a:t>メンバー紹介</a:t>
            </a:r>
            <a:endParaRPr kumimoji="1" lang="en-US" altLang="ja-JP" sz="3200" dirty="0"/>
          </a:p>
          <a:p>
            <a:r>
              <a:rPr kumimoji="1" lang="ja-JP" altLang="en-US" sz="3200" dirty="0"/>
              <a:t>作成理由</a:t>
            </a:r>
            <a:endParaRPr kumimoji="1" lang="en-US" altLang="ja-JP" sz="3200" dirty="0"/>
          </a:p>
          <a:p>
            <a:r>
              <a:rPr kumimoji="1" lang="ja-JP" altLang="en-US" sz="3200" dirty="0"/>
              <a:t>機能内容</a:t>
            </a:r>
            <a:endParaRPr kumimoji="1" lang="en-US" altLang="ja-JP" sz="3200" dirty="0"/>
          </a:p>
          <a:p>
            <a:r>
              <a:rPr kumimoji="1" lang="ja-JP" altLang="en-US" sz="3200" dirty="0"/>
              <a:t>作成担当</a:t>
            </a:r>
            <a:endParaRPr kumimoji="1" lang="en-US" altLang="ja-JP" sz="3200" dirty="0"/>
          </a:p>
          <a:p>
            <a:r>
              <a:rPr kumimoji="1" lang="ja-JP" altLang="en-US" sz="3200" dirty="0"/>
              <a:t>個々の感想</a:t>
            </a:r>
            <a:endParaRPr kumimoji="1" lang="en-US" altLang="ja-JP" sz="3200" dirty="0"/>
          </a:p>
          <a:p>
            <a:r>
              <a:rPr kumimoji="1" lang="ja-JP" altLang="en-US" sz="3200" dirty="0"/>
              <a:t>質疑応答</a:t>
            </a:r>
          </a:p>
        </p:txBody>
      </p:sp>
    </p:spTree>
    <p:extLst>
      <p:ext uri="{BB962C8B-B14F-4D97-AF65-F5344CB8AC3E}">
        <p14:creationId xmlns:p14="http://schemas.microsoft.com/office/powerpoint/2010/main" val="915159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962C0B-00FB-C6D0-D6A3-CC3C2C40F399}"/>
              </a:ext>
            </a:extLst>
          </p:cNvPr>
          <p:cNvSpPr>
            <a:spLocks noGrp="1"/>
          </p:cNvSpPr>
          <p:nvPr>
            <p:ph type="title"/>
          </p:nvPr>
        </p:nvSpPr>
        <p:spPr/>
        <p:txBody>
          <a:bodyPr/>
          <a:lstStyle/>
          <a:p>
            <a:r>
              <a:rPr kumimoji="1" lang="ja-JP" altLang="en-US" dirty="0"/>
              <a:t>メンバー紹介</a:t>
            </a:r>
          </a:p>
        </p:txBody>
      </p:sp>
      <p:sp>
        <p:nvSpPr>
          <p:cNvPr id="3" name="コンテンツ プレースホルダー 2">
            <a:extLst>
              <a:ext uri="{FF2B5EF4-FFF2-40B4-BE49-F238E27FC236}">
                <a16:creationId xmlns:a16="http://schemas.microsoft.com/office/drawing/2014/main" id="{09C50325-E310-9B65-1B80-73D6FA3F2002}"/>
              </a:ext>
            </a:extLst>
          </p:cNvPr>
          <p:cNvSpPr>
            <a:spLocks noGrp="1"/>
          </p:cNvSpPr>
          <p:nvPr>
            <p:ph idx="1"/>
          </p:nvPr>
        </p:nvSpPr>
        <p:spPr/>
        <p:txBody>
          <a:bodyPr/>
          <a:lstStyle/>
          <a:p>
            <a:r>
              <a:rPr kumimoji="1" lang="ja-JP" altLang="en-US" sz="3600" dirty="0">
                <a:ea typeface="HG明朝B"/>
              </a:rPr>
              <a:t>佐渡 敬介</a:t>
            </a:r>
            <a:endParaRPr kumimoji="1" lang="en-US" altLang="ja-JP" sz="3600" dirty="0">
              <a:ea typeface="HG明朝B"/>
            </a:endParaRPr>
          </a:p>
          <a:p>
            <a:r>
              <a:rPr kumimoji="1" lang="ja-JP" altLang="en-US" sz="3600" dirty="0">
                <a:latin typeface="Rockwell Condensed"/>
                <a:ea typeface="HG明朝B"/>
              </a:rPr>
              <a:t>竹田 智基</a:t>
            </a:r>
            <a:endParaRPr kumimoji="1" lang="en-US" altLang="ja-JP" sz="3600" dirty="0">
              <a:latin typeface="Rockwell Condensed"/>
              <a:ea typeface="HG明朝B"/>
            </a:endParaRPr>
          </a:p>
          <a:p>
            <a:r>
              <a:rPr kumimoji="1" lang="ja-JP" altLang="en-US" sz="3600" dirty="0">
                <a:ea typeface="HG明朝B"/>
              </a:rPr>
              <a:t>山澤 来翔</a:t>
            </a:r>
            <a:endParaRPr kumimoji="1" lang="en-US" altLang="ja-JP" sz="3600" dirty="0">
              <a:ea typeface="HG明朝B"/>
            </a:endParaRPr>
          </a:p>
          <a:p>
            <a:r>
              <a:rPr kumimoji="1" lang="ja-JP" altLang="en-US" sz="3600" dirty="0">
                <a:ea typeface="HG明朝B"/>
              </a:rPr>
              <a:t>吉野​ 航矢</a:t>
            </a:r>
            <a:endParaRPr kumimoji="1" lang="en-US" altLang="ja-JP" sz="3600" dirty="0">
              <a:ea typeface="HG明朝B"/>
            </a:endParaRPr>
          </a:p>
          <a:p>
            <a:endParaRPr kumimoji="1" lang="ja-JP" altLang="en-US" dirty="0"/>
          </a:p>
        </p:txBody>
      </p:sp>
    </p:spTree>
    <p:extLst>
      <p:ext uri="{BB962C8B-B14F-4D97-AF65-F5344CB8AC3E}">
        <p14:creationId xmlns:p14="http://schemas.microsoft.com/office/powerpoint/2010/main" val="3027378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69DF81-C02E-779E-137C-BF2A8E3F83FD}"/>
              </a:ext>
            </a:extLst>
          </p:cNvPr>
          <p:cNvSpPr>
            <a:spLocks noGrp="1"/>
          </p:cNvSpPr>
          <p:nvPr>
            <p:ph type="title"/>
          </p:nvPr>
        </p:nvSpPr>
        <p:spPr/>
        <p:txBody>
          <a:bodyPr/>
          <a:lstStyle/>
          <a:p>
            <a:pPr algn="ctr"/>
            <a:r>
              <a:rPr kumimoji="1" lang="ja-JP" altLang="en-US">
                <a:ea typeface="HG明朝B"/>
              </a:rPr>
              <a:t>作成理由</a:t>
            </a:r>
            <a:endParaRPr kumimoji="1" lang="ja-JP" altLang="en-US"/>
          </a:p>
        </p:txBody>
      </p:sp>
      <p:sp>
        <p:nvSpPr>
          <p:cNvPr id="3" name="コンテンツ プレースホルダー 2">
            <a:extLst>
              <a:ext uri="{FF2B5EF4-FFF2-40B4-BE49-F238E27FC236}">
                <a16:creationId xmlns:a16="http://schemas.microsoft.com/office/drawing/2014/main" id="{96F216EF-8E04-5677-BBB7-99B15B8DBAC3}"/>
              </a:ext>
            </a:extLst>
          </p:cNvPr>
          <p:cNvSpPr>
            <a:spLocks noGrp="1"/>
          </p:cNvSpPr>
          <p:nvPr>
            <p:ph idx="1"/>
          </p:nvPr>
        </p:nvSpPr>
        <p:spPr/>
        <p:txBody>
          <a:bodyPr>
            <a:normAutofit/>
          </a:bodyPr>
          <a:lstStyle/>
          <a:p>
            <a:r>
              <a:rPr kumimoji="1" lang="ja-JP" altLang="en-US" sz="3200"/>
              <a:t>自分たちのやることに「あと何やるんだっけ？」と思うことがあったことがあり、どうにかスケジュールを管理できないかなーと思い、スケジュール管理アプリを作ってみようと思いました。</a:t>
            </a:r>
            <a:endParaRPr kumimoji="1" lang="en-US" altLang="ja-JP" sz="3200"/>
          </a:p>
        </p:txBody>
      </p:sp>
    </p:spTree>
    <p:extLst>
      <p:ext uri="{BB962C8B-B14F-4D97-AF65-F5344CB8AC3E}">
        <p14:creationId xmlns:p14="http://schemas.microsoft.com/office/powerpoint/2010/main" val="378789634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ADD8CF-E892-AC20-582E-1F536A800095}"/>
              </a:ext>
            </a:extLst>
          </p:cNvPr>
          <p:cNvSpPr>
            <a:spLocks noGrp="1"/>
          </p:cNvSpPr>
          <p:nvPr>
            <p:ph type="title"/>
          </p:nvPr>
        </p:nvSpPr>
        <p:spPr/>
        <p:txBody>
          <a:bodyPr/>
          <a:lstStyle/>
          <a:p>
            <a:pPr algn="ctr"/>
            <a:r>
              <a:rPr kumimoji="1" lang="ja-JP" altLang="en-US">
                <a:ea typeface="HG明朝B"/>
              </a:rPr>
              <a:t>機能内容</a:t>
            </a:r>
            <a:endParaRPr kumimoji="1" lang="ja-JP" altLang="en-US"/>
          </a:p>
        </p:txBody>
      </p:sp>
      <p:sp>
        <p:nvSpPr>
          <p:cNvPr id="3" name="コンテンツ プレースホルダー 2">
            <a:extLst>
              <a:ext uri="{FF2B5EF4-FFF2-40B4-BE49-F238E27FC236}">
                <a16:creationId xmlns:a16="http://schemas.microsoft.com/office/drawing/2014/main" id="{7ED093E9-794F-5DAA-1BF2-071B3229FF77}"/>
              </a:ext>
            </a:extLst>
          </p:cNvPr>
          <p:cNvSpPr>
            <a:spLocks noGrp="1"/>
          </p:cNvSpPr>
          <p:nvPr>
            <p:ph idx="1"/>
          </p:nvPr>
        </p:nvSpPr>
        <p:spPr/>
        <p:txBody>
          <a:bodyPr vert="horz" lIns="91440" tIns="45720" rIns="91440" bIns="45720" rtlCol="0" anchor="t">
            <a:normAutofit/>
          </a:bodyPr>
          <a:lstStyle/>
          <a:p>
            <a:r>
              <a:rPr lang="ja-JP" sz="2800" b="1">
                <a:ea typeface="+mn-lt"/>
                <a:cs typeface="+mn-lt"/>
              </a:rPr>
              <a:t>スケジュール登録機能</a:t>
            </a:r>
            <a:r>
              <a:rPr lang="ja-JP" sz="2800">
                <a:ea typeface="+mn-lt"/>
                <a:cs typeface="+mn-lt"/>
              </a:rPr>
              <a:t>：日付、開始時間、終了時間、予定タイトル、メモを入力して予定を登録する。</a:t>
            </a:r>
          </a:p>
          <a:p>
            <a:pPr>
              <a:buClr>
                <a:srgbClr val="9E3611"/>
              </a:buClr>
            </a:pPr>
            <a:r>
              <a:rPr lang="ja-JP" altLang="en-US" sz="2800" b="1">
                <a:ea typeface="+mn-lt"/>
                <a:cs typeface="+mn-lt"/>
              </a:rPr>
              <a:t>スケジュール一覧表示機能</a:t>
            </a:r>
            <a:r>
              <a:rPr lang="ja-JP" altLang="en-US" sz="2800">
                <a:ea typeface="+mn-lt"/>
                <a:cs typeface="+mn-lt"/>
              </a:rPr>
              <a:t>：登録された予定を一覧で表示し、日付や時間、内容を確認できる。</a:t>
            </a:r>
          </a:p>
          <a:p>
            <a:pPr>
              <a:buClr>
                <a:srgbClr val="9E3611"/>
              </a:buClr>
            </a:pPr>
            <a:r>
              <a:rPr lang="ja-JP" sz="2800" b="1">
                <a:ea typeface="+mn-lt"/>
                <a:cs typeface="+mn-lt"/>
              </a:rPr>
              <a:t>スケジュール削除機能</a:t>
            </a:r>
            <a:r>
              <a:rPr lang="ja-JP" sz="2800">
                <a:ea typeface="+mn-lt"/>
                <a:cs typeface="+mn-lt"/>
              </a:rPr>
              <a:t>：不要になった予定を削除できる。</a:t>
            </a:r>
            <a:endParaRPr lang="ja-JP" altLang="en-US" sz="2800">
              <a:ea typeface="HG明朝B"/>
            </a:endParaRPr>
          </a:p>
        </p:txBody>
      </p:sp>
    </p:spTree>
    <p:extLst>
      <p:ext uri="{BB962C8B-B14F-4D97-AF65-F5344CB8AC3E}">
        <p14:creationId xmlns:p14="http://schemas.microsoft.com/office/powerpoint/2010/main" val="340749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0371C-D78A-EAA9-B943-EB667EE4921C}"/>
              </a:ext>
            </a:extLst>
          </p:cNvPr>
          <p:cNvSpPr>
            <a:spLocks noGrp="1"/>
          </p:cNvSpPr>
          <p:nvPr>
            <p:ph type="title"/>
          </p:nvPr>
        </p:nvSpPr>
        <p:spPr/>
        <p:txBody>
          <a:bodyPr/>
          <a:lstStyle/>
          <a:p>
            <a:pPr algn="ctr"/>
            <a:r>
              <a:rPr kumimoji="1" lang="ja-JP" altLang="en-US">
                <a:ea typeface="HG明朝B"/>
              </a:rPr>
              <a:t>作成担当</a:t>
            </a:r>
            <a:endParaRPr kumimoji="1" lang="en-US"/>
          </a:p>
        </p:txBody>
      </p:sp>
      <p:sp>
        <p:nvSpPr>
          <p:cNvPr id="3" name="Content Placeholder 2">
            <a:extLst>
              <a:ext uri="{FF2B5EF4-FFF2-40B4-BE49-F238E27FC236}">
                <a16:creationId xmlns:a16="http://schemas.microsoft.com/office/drawing/2014/main" id="{CD265C0F-5669-C8F9-2F2A-090AD1590D84}"/>
              </a:ext>
            </a:extLst>
          </p:cNvPr>
          <p:cNvSpPr>
            <a:spLocks noGrp="1"/>
          </p:cNvSpPr>
          <p:nvPr>
            <p:ph idx="1"/>
          </p:nvPr>
        </p:nvSpPr>
        <p:spPr/>
        <p:txBody>
          <a:bodyPr vert="horz" lIns="91440" tIns="45720" rIns="91440" bIns="45720" rtlCol="0" anchor="t">
            <a:normAutofit/>
          </a:bodyPr>
          <a:lstStyle/>
          <a:p>
            <a:r>
              <a:rPr kumimoji="1" lang="ja-JP" altLang="en-US" dirty="0">
                <a:ea typeface="HG明朝B"/>
              </a:rPr>
              <a:t>企画書：山澤</a:t>
            </a:r>
            <a:endParaRPr kumimoji="1" lang="en-US" altLang="ja-JP" dirty="0"/>
          </a:p>
          <a:p>
            <a:r>
              <a:rPr kumimoji="1" lang="ja-JP" altLang="en-US" dirty="0">
                <a:ea typeface="HG明朝B"/>
              </a:rPr>
              <a:t>機能一覧：竹田</a:t>
            </a:r>
            <a:endParaRPr kumimoji="1" lang="en-US" altLang="ja-JP" dirty="0"/>
          </a:p>
          <a:p>
            <a:r>
              <a:rPr kumimoji="1" lang="ja-JP" altLang="en-US" dirty="0">
                <a:ea typeface="HG明朝B"/>
              </a:rPr>
              <a:t>画面遷移図：佐渡・吉野</a:t>
            </a:r>
            <a:endParaRPr kumimoji="1" lang="en-US" altLang="ja-JP" dirty="0"/>
          </a:p>
          <a:p>
            <a:r>
              <a:rPr kumimoji="1" lang="ja-JP" altLang="en-US" dirty="0">
                <a:ea typeface="HG明朝B"/>
              </a:rPr>
              <a:t>プログラム:全員</a:t>
            </a:r>
            <a:endParaRPr kumimoji="1" lang="en-US" altLang="ja-JP" dirty="0"/>
          </a:p>
          <a:p>
            <a:r>
              <a:rPr kumimoji="1" lang="ja-JP" altLang="en-US" dirty="0">
                <a:ea typeface="HG明朝B"/>
              </a:rPr>
              <a:t>プレゼン資料：全員</a:t>
            </a:r>
            <a:endParaRPr kumimoji="1" lang="en-US" dirty="0"/>
          </a:p>
        </p:txBody>
      </p:sp>
    </p:spTree>
    <p:extLst>
      <p:ext uri="{BB962C8B-B14F-4D97-AF65-F5344CB8AC3E}">
        <p14:creationId xmlns:p14="http://schemas.microsoft.com/office/powerpoint/2010/main" val="754951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93372-4F8F-4980-CAD2-61DAA13B60C9}"/>
              </a:ext>
            </a:extLst>
          </p:cNvPr>
          <p:cNvSpPr>
            <a:spLocks noGrp="1"/>
          </p:cNvSpPr>
          <p:nvPr>
            <p:ph type="title"/>
          </p:nvPr>
        </p:nvSpPr>
        <p:spPr>
          <a:xfrm>
            <a:off x="1069848" y="2472458"/>
            <a:ext cx="10058400" cy="1609344"/>
          </a:xfrm>
        </p:spPr>
        <p:txBody>
          <a:bodyPr/>
          <a:lstStyle/>
          <a:p>
            <a:pPr algn="ctr"/>
            <a:r>
              <a:rPr kumimoji="1" lang="ja-JP" altLang="en-US"/>
              <a:t>個々の振り返り</a:t>
            </a:r>
            <a:endParaRPr kumimoji="1" lang="en-US"/>
          </a:p>
        </p:txBody>
      </p:sp>
    </p:spTree>
    <p:extLst>
      <p:ext uri="{BB962C8B-B14F-4D97-AF65-F5344CB8AC3E}">
        <p14:creationId xmlns:p14="http://schemas.microsoft.com/office/powerpoint/2010/main" val="2755873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BDF19-99D1-408B-8649-5F26023AAE7E}"/>
              </a:ext>
            </a:extLst>
          </p:cNvPr>
          <p:cNvSpPr>
            <a:spLocks noGrp="1"/>
          </p:cNvSpPr>
          <p:nvPr>
            <p:ph type="title"/>
          </p:nvPr>
        </p:nvSpPr>
        <p:spPr/>
        <p:txBody>
          <a:bodyPr/>
          <a:lstStyle/>
          <a:p>
            <a:pPr algn="ctr"/>
            <a:r>
              <a:rPr kumimoji="1" lang="ja-JP" altLang="en-US" dirty="0">
                <a:ea typeface="HG明朝B"/>
              </a:rPr>
              <a:t>佐渡　敬介</a:t>
            </a:r>
          </a:p>
        </p:txBody>
      </p:sp>
      <p:sp>
        <p:nvSpPr>
          <p:cNvPr id="3" name="Content Placeholder 2">
            <a:extLst>
              <a:ext uri="{FF2B5EF4-FFF2-40B4-BE49-F238E27FC236}">
                <a16:creationId xmlns:a16="http://schemas.microsoft.com/office/drawing/2014/main" id="{046F653D-7999-044B-B8DB-D6D19B3CA5E6}"/>
              </a:ext>
            </a:extLst>
          </p:cNvPr>
          <p:cNvSpPr>
            <a:spLocks noGrp="1"/>
          </p:cNvSpPr>
          <p:nvPr>
            <p:ph idx="1"/>
          </p:nvPr>
        </p:nvSpPr>
        <p:spPr/>
        <p:txBody>
          <a:bodyPr>
            <a:normAutofit/>
          </a:bodyPr>
          <a:lstStyle/>
          <a:p>
            <a:r>
              <a:rPr kumimoji="1" lang="ja-JP" altLang="en-US" sz="2800" dirty="0"/>
              <a:t>最初はコミュニケーションが上手く取れず、出遅れてしまった。</a:t>
            </a:r>
            <a:endParaRPr kumimoji="1" lang="en-US" altLang="ja-JP" sz="2800" dirty="0"/>
          </a:p>
          <a:p>
            <a:r>
              <a:rPr kumimoji="1" lang="ja-JP" altLang="en-US" sz="2800" dirty="0"/>
              <a:t>画面遷移図を作って作業を早めに進むとだできたことは良かった。</a:t>
            </a:r>
            <a:endParaRPr kumimoji="1" lang="en-US" altLang="ja-JP" sz="2800" dirty="0"/>
          </a:p>
          <a:p>
            <a:r>
              <a:rPr kumimoji="1" lang="ja-JP" altLang="en-US" sz="2800" dirty="0"/>
              <a:t>自分が技術不足な点があったから次回以降は効率よく正確に進めていきたい。</a:t>
            </a:r>
            <a:endParaRPr kumimoji="1" lang="en-US" altLang="ja-JP" sz="2800" dirty="0"/>
          </a:p>
          <a:p>
            <a:endParaRPr kumimoji="1" lang="en-US" sz="2800" dirty="0"/>
          </a:p>
        </p:txBody>
      </p:sp>
    </p:spTree>
    <p:extLst>
      <p:ext uri="{BB962C8B-B14F-4D97-AF65-F5344CB8AC3E}">
        <p14:creationId xmlns:p14="http://schemas.microsoft.com/office/powerpoint/2010/main" val="2629610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0F305-FB39-064F-FED2-65979DA72E5C}"/>
              </a:ext>
            </a:extLst>
          </p:cNvPr>
          <p:cNvSpPr>
            <a:spLocks noGrp="1"/>
          </p:cNvSpPr>
          <p:nvPr>
            <p:ph type="title"/>
          </p:nvPr>
        </p:nvSpPr>
        <p:spPr/>
        <p:txBody>
          <a:bodyPr/>
          <a:lstStyle/>
          <a:p>
            <a:pPr algn="ctr"/>
            <a:r>
              <a:rPr kumimoji="1" lang="ja-JP" altLang="en-US" dirty="0">
                <a:latin typeface="Rockwell Condensed"/>
                <a:ea typeface="HG明朝B"/>
              </a:rPr>
              <a:t>竹田 智基</a:t>
            </a:r>
          </a:p>
        </p:txBody>
      </p:sp>
      <p:sp>
        <p:nvSpPr>
          <p:cNvPr id="3" name="Content Placeholder 2">
            <a:extLst>
              <a:ext uri="{FF2B5EF4-FFF2-40B4-BE49-F238E27FC236}">
                <a16:creationId xmlns:a16="http://schemas.microsoft.com/office/drawing/2014/main" id="{11839682-8F9C-3541-0F65-DC4F47F237F8}"/>
              </a:ext>
            </a:extLst>
          </p:cNvPr>
          <p:cNvSpPr>
            <a:spLocks noGrp="1"/>
          </p:cNvSpPr>
          <p:nvPr>
            <p:ph idx="1"/>
          </p:nvPr>
        </p:nvSpPr>
        <p:spPr/>
        <p:txBody>
          <a:bodyPr vert="horz" lIns="91440" tIns="45720" rIns="91440" bIns="45720" rtlCol="0" anchor="t">
            <a:normAutofit/>
          </a:bodyPr>
          <a:lstStyle/>
          <a:p>
            <a:r>
              <a:rPr lang="en-US" altLang="ja-JP" sz="2800" dirty="0" err="1">
                <a:latin typeface="+mj-ea"/>
                <a:ea typeface="+mj-ea"/>
                <a:cs typeface="+mn-lt"/>
              </a:rPr>
              <a:t>Gitの使い方に慣れるのに時間がかかり、スムーズにいかなかった</a:t>
            </a:r>
            <a:endParaRPr lang="en-US" altLang="ja-JP" sz="2800" dirty="0">
              <a:latin typeface="+mj-ea"/>
              <a:ea typeface="+mj-ea"/>
              <a:cs typeface="+mn-lt"/>
            </a:endParaRPr>
          </a:p>
          <a:p>
            <a:pPr>
              <a:buClr>
                <a:srgbClr val="9E3611"/>
              </a:buClr>
            </a:pPr>
            <a:r>
              <a:rPr lang="ja-JP" altLang="en-US" sz="2800" dirty="0">
                <a:latin typeface="+mj-ea"/>
                <a:ea typeface="+mj-ea"/>
                <a:cs typeface="+mn-lt"/>
              </a:rPr>
              <a:t>メンバーとコミュニケーションは円滑に取れたからよかった</a:t>
            </a:r>
          </a:p>
          <a:p>
            <a:pPr>
              <a:buClr>
                <a:srgbClr val="9E3611"/>
              </a:buClr>
            </a:pPr>
            <a:r>
              <a:rPr lang="ja-JP" altLang="en-US" sz="2800" dirty="0">
                <a:latin typeface="+mj-ea"/>
                <a:ea typeface="+mj-ea"/>
                <a:cs typeface="+mn-lt"/>
              </a:rPr>
              <a:t>役割分担があいまいだったり細かい話し合いをもっと重ねられたらよかった</a:t>
            </a:r>
          </a:p>
        </p:txBody>
      </p:sp>
    </p:spTree>
    <p:extLst>
      <p:ext uri="{BB962C8B-B14F-4D97-AF65-F5344CB8AC3E}">
        <p14:creationId xmlns:p14="http://schemas.microsoft.com/office/powerpoint/2010/main" val="3112678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9F01E-8D41-97E7-04C9-CBD07244FAA4}"/>
              </a:ext>
            </a:extLst>
          </p:cNvPr>
          <p:cNvSpPr>
            <a:spLocks noGrp="1"/>
          </p:cNvSpPr>
          <p:nvPr>
            <p:ph type="title"/>
          </p:nvPr>
        </p:nvSpPr>
        <p:spPr/>
        <p:txBody>
          <a:bodyPr/>
          <a:lstStyle/>
          <a:p>
            <a:pPr algn="ctr"/>
            <a:r>
              <a:rPr kumimoji="1" lang="ja-JP" altLang="en-US" dirty="0">
                <a:ea typeface="HG明朝B"/>
              </a:rPr>
              <a:t>山澤 来翔</a:t>
            </a:r>
          </a:p>
        </p:txBody>
      </p:sp>
      <p:sp>
        <p:nvSpPr>
          <p:cNvPr id="3" name="Content Placeholder 2">
            <a:extLst>
              <a:ext uri="{FF2B5EF4-FFF2-40B4-BE49-F238E27FC236}">
                <a16:creationId xmlns:a16="http://schemas.microsoft.com/office/drawing/2014/main" id="{B1893F68-36D8-216E-628E-61D0ADD14F89}"/>
              </a:ext>
            </a:extLst>
          </p:cNvPr>
          <p:cNvSpPr>
            <a:spLocks noGrp="1"/>
          </p:cNvSpPr>
          <p:nvPr>
            <p:ph idx="1"/>
          </p:nvPr>
        </p:nvSpPr>
        <p:spPr/>
        <p:txBody>
          <a:bodyPr vert="horz" lIns="91440" tIns="45720" rIns="91440" bIns="45720" rtlCol="0" anchor="t">
            <a:normAutofit/>
          </a:bodyPr>
          <a:lstStyle/>
          <a:p>
            <a:pPr>
              <a:buClr>
                <a:srgbClr val="9E3611"/>
              </a:buClr>
            </a:pPr>
            <a:r>
              <a:rPr lang="ja-JP" sz="2800" dirty="0">
                <a:latin typeface="+mj-ea"/>
                <a:ea typeface="+mj-ea"/>
                <a:cs typeface="+mn-lt"/>
              </a:rPr>
              <a:t>コミュニケーションを取るのが得意ではなく、作業の共有に時間がかかってしまった。</a:t>
            </a:r>
            <a:endParaRPr lang="en-US" altLang="ja-JP" dirty="0">
              <a:latin typeface="+mj-ea"/>
              <a:ea typeface="+mj-ea"/>
            </a:endParaRPr>
          </a:p>
          <a:p>
            <a:pPr>
              <a:buClr>
                <a:srgbClr val="9E3611"/>
              </a:buClr>
            </a:pPr>
            <a:r>
              <a:rPr lang="ja-JP" sz="2800" dirty="0">
                <a:latin typeface="+mj-ea"/>
                <a:ea typeface="+mj-ea"/>
                <a:cs typeface="+mn-lt"/>
              </a:rPr>
              <a:t>その結果、作業が遅れる場面もあったため、早めに相談することの重要性を感じ</a:t>
            </a:r>
            <a:r>
              <a:rPr lang="ja-JP" altLang="en-US" sz="2800" dirty="0">
                <a:latin typeface="+mj-ea"/>
                <a:ea typeface="+mj-ea"/>
                <a:cs typeface="+mn-lt"/>
              </a:rPr>
              <a:t>ました。</a:t>
            </a:r>
            <a:endParaRPr lang="ja-JP" sz="2800" dirty="0">
              <a:latin typeface="+mj-ea"/>
              <a:ea typeface="+mj-ea"/>
            </a:endParaRPr>
          </a:p>
          <a:p>
            <a:pPr>
              <a:buClr>
                <a:srgbClr val="9E3611"/>
              </a:buClr>
            </a:pPr>
            <a:r>
              <a:rPr lang="ja-JP" sz="2800" dirty="0">
                <a:latin typeface="+mj-ea"/>
                <a:ea typeface="+mj-ea"/>
                <a:cs typeface="+mn-lt"/>
              </a:rPr>
              <a:t>次回は、積極的に報告・連絡・相談を</a:t>
            </a:r>
            <a:r>
              <a:rPr lang="ja-JP" altLang="en-US" sz="2800" dirty="0">
                <a:latin typeface="+mj-ea"/>
                <a:ea typeface="+mj-ea"/>
                <a:cs typeface="+mn-lt"/>
              </a:rPr>
              <a:t>して、</a:t>
            </a:r>
            <a:r>
              <a:rPr lang="ja-JP" sz="2800" dirty="0">
                <a:latin typeface="+mj-ea"/>
                <a:ea typeface="+mj-ea"/>
                <a:cs typeface="+mn-lt"/>
              </a:rPr>
              <a:t>進めたい</a:t>
            </a:r>
            <a:r>
              <a:rPr lang="ja-JP" altLang="en-US" sz="2800" dirty="0">
                <a:latin typeface="+mj-ea"/>
                <a:ea typeface="+mj-ea"/>
                <a:cs typeface="+mn-lt"/>
              </a:rPr>
              <a:t>です。</a:t>
            </a:r>
            <a:endParaRPr lang="ja-JP" altLang="en-US" sz="2800" dirty="0">
              <a:latin typeface="+mj-ea"/>
              <a:ea typeface="+mj-ea"/>
            </a:endParaRPr>
          </a:p>
          <a:p>
            <a:pPr>
              <a:buClr>
                <a:srgbClr val="9E3611"/>
              </a:buClr>
            </a:pPr>
            <a:endParaRPr lang="ja-JP" altLang="en-US" dirty="0">
              <a:ea typeface="HG明朝B"/>
            </a:endParaRPr>
          </a:p>
          <a:p>
            <a:pPr>
              <a:buClr>
                <a:srgbClr val="9E3611"/>
              </a:buClr>
            </a:pPr>
            <a:endParaRPr lang="ja-JP" altLang="en-US" dirty="0">
              <a:ea typeface="HG明朝B"/>
            </a:endParaRPr>
          </a:p>
          <a:p>
            <a:pPr>
              <a:buClr>
                <a:srgbClr val="9E3611"/>
              </a:buClr>
            </a:pPr>
            <a:endParaRPr lang="ja-JP" altLang="en-US" dirty="0">
              <a:ea typeface="HG明朝B"/>
            </a:endParaRPr>
          </a:p>
        </p:txBody>
      </p:sp>
    </p:spTree>
    <p:extLst>
      <p:ext uri="{BB962C8B-B14F-4D97-AF65-F5344CB8AC3E}">
        <p14:creationId xmlns:p14="http://schemas.microsoft.com/office/powerpoint/2010/main" val="2751185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09D5E-DAB5-9992-786C-31BE8C51957D}"/>
              </a:ext>
            </a:extLst>
          </p:cNvPr>
          <p:cNvSpPr>
            <a:spLocks noGrp="1"/>
          </p:cNvSpPr>
          <p:nvPr>
            <p:ph type="title"/>
          </p:nvPr>
        </p:nvSpPr>
        <p:spPr/>
        <p:txBody>
          <a:bodyPr/>
          <a:lstStyle/>
          <a:p>
            <a:pPr algn="ctr"/>
            <a:r>
              <a:rPr kumimoji="1" lang="ja-JP" altLang="en-US" dirty="0">
                <a:ea typeface="HG明朝B"/>
              </a:rPr>
              <a:t>吉野​ 航矢</a:t>
            </a:r>
          </a:p>
        </p:txBody>
      </p:sp>
      <p:sp>
        <p:nvSpPr>
          <p:cNvPr id="3" name="Content Placeholder 2">
            <a:extLst>
              <a:ext uri="{FF2B5EF4-FFF2-40B4-BE49-F238E27FC236}">
                <a16:creationId xmlns:a16="http://schemas.microsoft.com/office/drawing/2014/main" id="{7EEA007C-2774-036C-F279-3942B102D45A}"/>
              </a:ext>
            </a:extLst>
          </p:cNvPr>
          <p:cNvSpPr>
            <a:spLocks noGrp="1"/>
          </p:cNvSpPr>
          <p:nvPr>
            <p:ph idx="1"/>
          </p:nvPr>
        </p:nvSpPr>
        <p:spPr/>
        <p:txBody>
          <a:bodyPr vert="horz" lIns="91440" tIns="45720" rIns="91440" bIns="45720" rtlCol="0" anchor="t">
            <a:normAutofit/>
          </a:bodyPr>
          <a:lstStyle/>
          <a:p>
            <a:pPr>
              <a:buClr>
                <a:srgbClr val="9E3611"/>
              </a:buClr>
            </a:pPr>
            <a:r>
              <a:rPr lang="ja-JP" altLang="en-US" sz="2800">
                <a:ea typeface="HG明朝B"/>
              </a:rPr>
              <a:t>Gitの使い方がわからなくても使い方を教えてもらいながら作業することができた。</a:t>
            </a:r>
          </a:p>
          <a:p>
            <a:pPr>
              <a:buClr>
                <a:srgbClr val="9E3611"/>
              </a:buClr>
            </a:pPr>
            <a:r>
              <a:rPr lang="ja-JP" altLang="en-US" sz="2800">
                <a:ea typeface="HG明朝B"/>
              </a:rPr>
              <a:t>画面遷移図は初めてだったため正解がわからなかったが、相談しながらうまく作れたと思う。</a:t>
            </a:r>
          </a:p>
          <a:p>
            <a:pPr>
              <a:buClr>
                <a:srgbClr val="9E3611"/>
              </a:buClr>
            </a:pPr>
            <a:endParaRPr lang="ja-JP" altLang="en-US" sz="2800">
              <a:ea typeface="HG明朝B"/>
            </a:endParaRPr>
          </a:p>
          <a:p>
            <a:pPr>
              <a:buClr>
                <a:srgbClr val="9E3611"/>
              </a:buClr>
            </a:pPr>
            <a:endParaRPr lang="ja-JP" altLang="en-US" sz="2800">
              <a:ea typeface="HG明朝B"/>
            </a:endParaRPr>
          </a:p>
          <a:p>
            <a:pPr>
              <a:buClr>
                <a:srgbClr val="9E3611"/>
              </a:buClr>
            </a:pPr>
            <a:endParaRPr lang="ja-JP" altLang="en-US" sz="2800">
              <a:ea typeface="HG明朝B"/>
            </a:endParaRPr>
          </a:p>
          <a:p>
            <a:pPr>
              <a:buClr>
                <a:srgbClr val="9E3611"/>
              </a:buClr>
            </a:pPr>
            <a:endParaRPr lang="ja-JP" altLang="en-US" sz="2800">
              <a:ea typeface="HG明朝B"/>
            </a:endParaRPr>
          </a:p>
        </p:txBody>
      </p:sp>
    </p:spTree>
    <p:extLst>
      <p:ext uri="{BB962C8B-B14F-4D97-AF65-F5344CB8AC3E}">
        <p14:creationId xmlns:p14="http://schemas.microsoft.com/office/powerpoint/2010/main" val="1252919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47123-015D-252A-10C3-1432F7BEE90E}"/>
              </a:ext>
            </a:extLst>
          </p:cNvPr>
          <p:cNvSpPr>
            <a:spLocks noGrp="1"/>
          </p:cNvSpPr>
          <p:nvPr>
            <p:ph type="ctrTitle" idx="4294967295"/>
          </p:nvPr>
        </p:nvSpPr>
        <p:spPr>
          <a:xfrm>
            <a:off x="620889" y="1714147"/>
            <a:ext cx="10943617" cy="3036888"/>
          </a:xfrm>
        </p:spPr>
        <p:txBody>
          <a:bodyPr>
            <a:normAutofit/>
          </a:bodyPr>
          <a:lstStyle/>
          <a:p>
            <a:pPr algn="ctr"/>
            <a:r>
              <a:rPr kumimoji="1" lang="ja-JP" altLang="en-US" sz="8000"/>
              <a:t>質疑応答</a:t>
            </a:r>
            <a:endParaRPr kumimoji="1" lang="en-US" sz="8000"/>
          </a:p>
        </p:txBody>
      </p:sp>
    </p:spTree>
    <p:extLst>
      <p:ext uri="{BB962C8B-B14F-4D97-AF65-F5344CB8AC3E}">
        <p14:creationId xmlns:p14="http://schemas.microsoft.com/office/powerpoint/2010/main" val="2039483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35268-53E4-D058-FBC5-1100EA95FE33}"/>
              </a:ext>
            </a:extLst>
          </p:cNvPr>
          <p:cNvSpPr>
            <a:spLocks noGrp="1"/>
          </p:cNvSpPr>
          <p:nvPr>
            <p:ph type="title" idx="4294967295"/>
          </p:nvPr>
        </p:nvSpPr>
        <p:spPr>
          <a:xfrm>
            <a:off x="1066800" y="2624137"/>
            <a:ext cx="10058400" cy="1609725"/>
          </a:xfrm>
        </p:spPr>
        <p:txBody>
          <a:bodyPr/>
          <a:lstStyle/>
          <a:p>
            <a:pPr algn="ctr"/>
            <a:r>
              <a:rPr kumimoji="1" lang="ja-JP" altLang="en-US" dirty="0"/>
              <a:t>ありがとうございました。</a:t>
            </a:r>
            <a:endParaRPr kumimoji="1" lang="en-US" dirty="0"/>
          </a:p>
        </p:txBody>
      </p:sp>
    </p:spTree>
    <p:extLst>
      <p:ext uri="{BB962C8B-B14F-4D97-AF65-F5344CB8AC3E}">
        <p14:creationId xmlns:p14="http://schemas.microsoft.com/office/powerpoint/2010/main" val="1854452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B7C516133950764AB5B43AAA3627279B" ma:contentTypeVersion="3" ma:contentTypeDescription="新しいドキュメントを作成します。" ma:contentTypeScope="" ma:versionID="3983e64c9f418d5c88e2e56acc5acacc">
  <xsd:schema xmlns:xsd="http://www.w3.org/2001/XMLSchema" xmlns:xs="http://www.w3.org/2001/XMLSchema" xmlns:p="http://schemas.microsoft.com/office/2006/metadata/properties" xmlns:ns2="71c9bc44-12c7-43ad-8370-288f35398788" targetNamespace="http://schemas.microsoft.com/office/2006/metadata/properties" ma:root="true" ma:fieldsID="de6f07193263441171dd076aa04edf87" ns2:_="">
    <xsd:import namespace="71c9bc44-12c7-43ad-8370-288f3539878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c9bc44-12c7-43ad-8370-288f353987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DA99F7F-CE90-40C1-9899-401E3C371627}">
  <ds:schemaRefs>
    <ds:schemaRef ds:uri="http://schemas.microsoft.com/sharepoint/v3/contenttype/forms"/>
  </ds:schemaRefs>
</ds:datastoreItem>
</file>

<file path=customXml/itemProps2.xml><?xml version="1.0" encoding="utf-8"?>
<ds:datastoreItem xmlns:ds="http://schemas.openxmlformats.org/officeDocument/2006/customXml" ds:itemID="{83109514-6BB3-4C98-94F4-F6743C0C58BD}">
  <ds:schemaRefs>
    <ds:schemaRef ds:uri="71c9bc44-12c7-43ad-8370-288f3539878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97A6C9D-749F-4875-8D4B-335ED15D84B3}">
  <ds:schemaRefs>
    <ds:schemaRef ds:uri="71c9bc44-12c7-43ad-8370-288f3539878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8</TotalTime>
  <Words>343</Words>
  <Application>Microsoft Office PowerPoint</Application>
  <PresentationFormat>ワイド画面</PresentationFormat>
  <Paragraphs>47</Paragraphs>
  <Slides>13</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13</vt:i4>
      </vt:variant>
    </vt:vector>
  </HeadingPairs>
  <TitlesOfParts>
    <vt:vector size="18" baseType="lpstr">
      <vt:lpstr>HG明朝B</vt:lpstr>
      <vt:lpstr>Rockwell</vt:lpstr>
      <vt:lpstr>Rockwell Condensed</vt:lpstr>
      <vt:lpstr>Wingdings</vt:lpstr>
      <vt:lpstr>Wood Type</vt:lpstr>
      <vt:lpstr>スケジュール管理</vt:lpstr>
      <vt:lpstr>目次</vt:lpstr>
      <vt:lpstr>メンバー紹介</vt:lpstr>
      <vt:lpstr>作成理由</vt:lpstr>
      <vt:lpstr>機能内容</vt:lpstr>
      <vt:lpstr>作成担当</vt:lpstr>
      <vt:lpstr>個々の振り返り</vt:lpstr>
      <vt:lpstr>佐渡　敬介</vt:lpstr>
      <vt:lpstr>竹田 智基</vt:lpstr>
      <vt:lpstr>山澤 来翔</vt:lpstr>
      <vt:lpstr>吉野​ 航矢</vt:lpstr>
      <vt:lpstr>質疑応答</vt:lpstr>
      <vt:lpstr>ありがとうございました。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山澤 来翔</dc:creator>
  <cp:lastModifiedBy>竹田 智基</cp:lastModifiedBy>
  <cp:revision>4</cp:revision>
  <dcterms:created xsi:type="dcterms:W3CDTF">2026-01-21T04:27:33Z</dcterms:created>
  <dcterms:modified xsi:type="dcterms:W3CDTF">2026-02-12T05:13:44Z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0x010100B7C516133950764AB5B43AAA3627279B</vt:lpwstr>
  </property>
</Properties>
</file>